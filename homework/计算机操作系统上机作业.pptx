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wav" ContentType="audio/wav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79" r:id="rId1"/>
  </p:sldMasterIdLst>
  <p:notesMasterIdLst>
    <p:notesMasterId r:id="rId25"/>
  </p:notesMasterIdLst>
  <p:handoutMasterIdLst>
    <p:handoutMasterId r:id="rId26"/>
  </p:handoutMasterIdLst>
  <p:sldIdLst>
    <p:sldId id="279" r:id="rId2"/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726" r:id="rId12"/>
    <p:sldId id="265" r:id="rId13"/>
    <p:sldId id="266" r:id="rId14"/>
    <p:sldId id="267" r:id="rId15"/>
    <p:sldId id="268" r:id="rId16"/>
    <p:sldId id="269" r:id="rId17"/>
    <p:sldId id="270" r:id="rId18"/>
    <p:sldId id="271" r:id="rId19"/>
    <p:sldId id="272" r:id="rId20"/>
    <p:sldId id="273" r:id="rId21"/>
    <p:sldId id="274" r:id="rId22"/>
    <p:sldId id="275" r:id="rId23"/>
    <p:sldId id="276" r:id="rId24"/>
  </p:sldIdLst>
  <p:sldSz cx="9144000" cy="6858000" type="screen4x3"/>
  <p:notesSz cx="6858000" cy="9144000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kumimoji="1" sz="2400" kern="1200">
        <a:solidFill>
          <a:schemeClr val="tx1"/>
        </a:solidFill>
        <a:latin typeface="Times New Roman" pitchFamily="18" charset="0"/>
        <a:ea typeface="华文新魏" pitchFamily="2" charset="-122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umimoji="1" sz="2400" kern="1200">
        <a:solidFill>
          <a:schemeClr val="tx1"/>
        </a:solidFill>
        <a:latin typeface="Times New Roman" pitchFamily="18" charset="0"/>
        <a:ea typeface="华文新魏" pitchFamily="2" charset="-122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umimoji="1" sz="2400" kern="1200">
        <a:solidFill>
          <a:schemeClr val="tx1"/>
        </a:solidFill>
        <a:latin typeface="Times New Roman" pitchFamily="18" charset="0"/>
        <a:ea typeface="华文新魏" pitchFamily="2" charset="-122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umimoji="1" sz="2400" kern="1200">
        <a:solidFill>
          <a:schemeClr val="tx1"/>
        </a:solidFill>
        <a:latin typeface="Times New Roman" pitchFamily="18" charset="0"/>
        <a:ea typeface="华文新魏" pitchFamily="2" charset="-122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umimoji="1" sz="2400" kern="1200">
        <a:solidFill>
          <a:schemeClr val="tx1"/>
        </a:solidFill>
        <a:latin typeface="Times New Roman" pitchFamily="18" charset="0"/>
        <a:ea typeface="华文新魏" pitchFamily="2" charset="-122"/>
        <a:cs typeface="+mn-cs"/>
      </a:defRPr>
    </a:lvl5pPr>
    <a:lvl6pPr marL="2286000" algn="l" defTabSz="914400" rtl="0" eaLnBrk="1" latinLnBrk="0" hangingPunct="1">
      <a:defRPr kumimoji="1" sz="2400" kern="1200">
        <a:solidFill>
          <a:schemeClr val="tx1"/>
        </a:solidFill>
        <a:latin typeface="Times New Roman" pitchFamily="18" charset="0"/>
        <a:ea typeface="华文新魏" pitchFamily="2" charset="-122"/>
        <a:cs typeface="+mn-cs"/>
      </a:defRPr>
    </a:lvl6pPr>
    <a:lvl7pPr marL="2743200" algn="l" defTabSz="914400" rtl="0" eaLnBrk="1" latinLnBrk="0" hangingPunct="1">
      <a:defRPr kumimoji="1" sz="2400" kern="1200">
        <a:solidFill>
          <a:schemeClr val="tx1"/>
        </a:solidFill>
        <a:latin typeface="Times New Roman" pitchFamily="18" charset="0"/>
        <a:ea typeface="华文新魏" pitchFamily="2" charset="-122"/>
        <a:cs typeface="+mn-cs"/>
      </a:defRPr>
    </a:lvl7pPr>
    <a:lvl8pPr marL="3200400" algn="l" defTabSz="914400" rtl="0" eaLnBrk="1" latinLnBrk="0" hangingPunct="1">
      <a:defRPr kumimoji="1" sz="2400" kern="1200">
        <a:solidFill>
          <a:schemeClr val="tx1"/>
        </a:solidFill>
        <a:latin typeface="Times New Roman" pitchFamily="18" charset="0"/>
        <a:ea typeface="华文新魏" pitchFamily="2" charset="-122"/>
        <a:cs typeface="+mn-cs"/>
      </a:defRPr>
    </a:lvl8pPr>
    <a:lvl9pPr marL="3657600" algn="l" defTabSz="914400" rtl="0" eaLnBrk="1" latinLnBrk="0" hangingPunct="1">
      <a:defRPr kumimoji="1" sz="2400" kern="1200">
        <a:solidFill>
          <a:schemeClr val="tx1"/>
        </a:solidFill>
        <a:latin typeface="Times New Roman" pitchFamily="18" charset="0"/>
        <a:ea typeface="华文新魏" pitchFamily="2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schemeClr val="tx1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0"/>
      </p:ext>
    </p:extLst>
  </p:showPr>
  <p:clrMru>
    <a:srgbClr val="FD4141"/>
    <a:srgbClr val="292929"/>
    <a:srgbClr val="92001C"/>
    <a:srgbClr val="FFFF66"/>
    <a:srgbClr val="CC9900"/>
    <a:srgbClr val="CCCC00"/>
    <a:srgbClr val="FFFF99"/>
    <a:srgbClr val="FFCC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9931" autoAdjust="0"/>
    <p:restoredTop sz="84877" autoAdjust="0"/>
  </p:normalViewPr>
  <p:slideViewPr>
    <p:cSldViewPr>
      <p:cViewPr varScale="1">
        <p:scale>
          <a:sx n="107" d="100"/>
          <a:sy n="107" d="100"/>
        </p:scale>
        <p:origin x="2064" y="10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75" d="100"/>
        <a:sy n="75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handoutMaster" Target="handoutMasters/handoutMaster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899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1200"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468995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200"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68996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eaLnBrk="1" hangingPunct="1">
              <a:defRPr sz="1200"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68997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200"/>
            </a:lvl1pPr>
          </a:lstStyle>
          <a:p>
            <a:fld id="{5EA1FFD9-4A44-4079-A761-8488EED7960C}" type="slidenum">
              <a:rPr lang="zh-CN" altLang="en-US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807685548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1200">
                <a:ea typeface="宋体" pitchFamily="2" charset="-122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29699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200">
                <a:ea typeface="宋体" pitchFamily="2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124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</p:sp>
      <p:sp>
        <p:nvSpPr>
          <p:cNvPr id="29701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 noProof="0"/>
              <a:t>单击此处编辑母版文本样式</a:t>
            </a:r>
          </a:p>
          <a:p>
            <a:pPr lvl="1"/>
            <a:r>
              <a:rPr lang="zh-CN" altLang="en-US" noProof="0"/>
              <a:t>第二级</a:t>
            </a:r>
          </a:p>
          <a:p>
            <a:pPr lvl="2"/>
            <a:r>
              <a:rPr lang="zh-CN" altLang="en-US" noProof="0"/>
              <a:t>第三级</a:t>
            </a:r>
          </a:p>
          <a:p>
            <a:pPr lvl="3"/>
            <a:r>
              <a:rPr lang="zh-CN" altLang="en-US" noProof="0"/>
              <a:t>第四级</a:t>
            </a:r>
          </a:p>
          <a:p>
            <a:pPr lvl="4"/>
            <a:r>
              <a:rPr lang="zh-CN" altLang="en-US" noProof="0"/>
              <a:t>第五级</a:t>
            </a:r>
          </a:p>
        </p:txBody>
      </p:sp>
      <p:sp>
        <p:nvSpPr>
          <p:cNvPr id="29702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eaLnBrk="1" hangingPunct="1">
              <a:defRPr sz="1200">
                <a:ea typeface="宋体" pitchFamily="2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29703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200">
                <a:ea typeface="宋体" pitchFamily="2" charset="-122"/>
              </a:defRPr>
            </a:lvl1pPr>
          </a:lstStyle>
          <a:p>
            <a:fld id="{728DDFC9-7DFB-4A50-9C27-1E7477EA884E}" type="slidenum">
              <a:rPr lang="zh-CN" altLang="en-US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316260280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itchFamily="18" charset="0"/>
        <a:ea typeface="宋体" pitchFamily="2" charset="-122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itchFamily="18" charset="0"/>
        <a:ea typeface="宋体" pitchFamily="2" charset="-122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itchFamily="18" charset="0"/>
        <a:ea typeface="宋体" pitchFamily="2" charset="-122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itchFamily="18" charset="0"/>
        <a:ea typeface="宋体" pitchFamily="2" charset="-122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itchFamily="18" charset="0"/>
        <a:ea typeface="宋体" pitchFamily="2" charset="-122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28DDFC9-7DFB-4A50-9C27-1E7477EA884E}" type="slidenum">
              <a:rPr lang="zh-CN" altLang="en-US" smtClean="0"/>
              <a:pPr/>
              <a:t>11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7979627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上页的旧版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28DDFC9-7DFB-4A50-9C27-1E7477EA884E}" type="slidenum">
              <a:rPr lang="zh-CN" altLang="en-US" smtClean="0"/>
              <a:pPr/>
              <a:t>12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59439655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audio" Target="../media/audio1.wav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audio" Target="../media/audio1.wav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audio" Target="../media/audio1.wav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audio" Target="../media/audio1.wav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audio" Target="../media/audio1.wav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audio" Target="../media/audio1.wav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audio" Target="../media/audio1.wav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audio" Target="../media/audio1.wav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audio" Target="../media/audio1.wav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audio" Target="../media/audio1.wav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audio" Target="../media/audio1.wav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audio" Target="../media/audio1.wav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 flipV="1">
            <a:off x="5410200" y="3810000"/>
            <a:ext cx="3733800" cy="90488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kumimoji="0" lang="en-US"/>
          </a:p>
        </p:txBody>
      </p:sp>
      <p:sp>
        <p:nvSpPr>
          <p:cNvPr id="5" name="矩形 4"/>
          <p:cNvSpPr/>
          <p:nvPr/>
        </p:nvSpPr>
        <p:spPr>
          <a:xfrm flipV="1">
            <a:off x="5410200" y="3897313"/>
            <a:ext cx="3733800" cy="192087"/>
          </a:xfrm>
          <a:prstGeom prst="rect">
            <a:avLst/>
          </a:prstGeom>
          <a:solidFill>
            <a:schemeClr val="accent2">
              <a:alpha val="5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kumimoji="0" lang="en-US"/>
          </a:p>
        </p:txBody>
      </p:sp>
      <p:sp>
        <p:nvSpPr>
          <p:cNvPr id="6" name="矩形 5"/>
          <p:cNvSpPr/>
          <p:nvPr/>
        </p:nvSpPr>
        <p:spPr>
          <a:xfrm flipV="1">
            <a:off x="5410200" y="4114800"/>
            <a:ext cx="3733800" cy="9525"/>
          </a:xfrm>
          <a:prstGeom prst="rect">
            <a:avLst/>
          </a:prstGeom>
          <a:solidFill>
            <a:schemeClr val="accent2">
              <a:alpha val="65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kumimoji="0" lang="en-US"/>
          </a:p>
        </p:txBody>
      </p:sp>
      <p:sp>
        <p:nvSpPr>
          <p:cNvPr id="7" name="矩形 6"/>
          <p:cNvSpPr/>
          <p:nvPr/>
        </p:nvSpPr>
        <p:spPr>
          <a:xfrm flipV="1">
            <a:off x="5410200" y="4164013"/>
            <a:ext cx="1965325" cy="19050"/>
          </a:xfrm>
          <a:prstGeom prst="rect">
            <a:avLst/>
          </a:prstGeom>
          <a:solidFill>
            <a:schemeClr val="accent2">
              <a:alpha val="6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kumimoji="0" lang="en-US"/>
          </a:p>
        </p:txBody>
      </p:sp>
      <p:sp>
        <p:nvSpPr>
          <p:cNvPr id="10" name="矩形 9"/>
          <p:cNvSpPr/>
          <p:nvPr/>
        </p:nvSpPr>
        <p:spPr>
          <a:xfrm flipV="1">
            <a:off x="5410200" y="4198938"/>
            <a:ext cx="1965325" cy="9525"/>
          </a:xfrm>
          <a:prstGeom prst="rect">
            <a:avLst/>
          </a:prstGeom>
          <a:solidFill>
            <a:schemeClr val="accent2">
              <a:alpha val="65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kumimoji="0" lang="en-US"/>
          </a:p>
        </p:txBody>
      </p:sp>
      <p:sp useBgFill="1">
        <p:nvSpPr>
          <p:cNvPr id="11" name="圆角矩形 10"/>
          <p:cNvSpPr/>
          <p:nvPr/>
        </p:nvSpPr>
        <p:spPr bwMode="white">
          <a:xfrm>
            <a:off x="5410200" y="3962400"/>
            <a:ext cx="3063875" cy="26988"/>
          </a:xfrm>
          <a:prstGeom prst="roundRect">
            <a:avLst>
              <a:gd name="adj" fmla="val 16667"/>
            </a:avLst>
          </a:prstGeom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kumimoji="0" lang="en-US"/>
          </a:p>
        </p:txBody>
      </p:sp>
      <p:sp useBgFill="1">
        <p:nvSpPr>
          <p:cNvPr id="12" name="圆角矩形 11"/>
          <p:cNvSpPr/>
          <p:nvPr/>
        </p:nvSpPr>
        <p:spPr bwMode="white">
          <a:xfrm>
            <a:off x="7377113" y="4060825"/>
            <a:ext cx="1600200" cy="36513"/>
          </a:xfrm>
          <a:prstGeom prst="roundRect">
            <a:avLst>
              <a:gd name="adj" fmla="val 16667"/>
            </a:avLst>
          </a:prstGeom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kumimoji="0" lang="en-US"/>
          </a:p>
        </p:txBody>
      </p:sp>
      <p:sp>
        <p:nvSpPr>
          <p:cNvPr id="13" name="矩形 12"/>
          <p:cNvSpPr/>
          <p:nvPr/>
        </p:nvSpPr>
        <p:spPr>
          <a:xfrm>
            <a:off x="0" y="3649663"/>
            <a:ext cx="9144000" cy="244475"/>
          </a:xfrm>
          <a:prstGeom prst="rect">
            <a:avLst/>
          </a:prstGeom>
          <a:solidFill>
            <a:schemeClr val="accent2">
              <a:alpha val="5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kumimoji="0" lang="en-US"/>
          </a:p>
        </p:txBody>
      </p:sp>
      <p:sp>
        <p:nvSpPr>
          <p:cNvPr id="14" name="矩形 13"/>
          <p:cNvSpPr/>
          <p:nvPr/>
        </p:nvSpPr>
        <p:spPr>
          <a:xfrm>
            <a:off x="0" y="3675063"/>
            <a:ext cx="9144000" cy="141287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kumimoji="0" lang="en-US"/>
          </a:p>
        </p:txBody>
      </p:sp>
      <p:sp>
        <p:nvSpPr>
          <p:cNvPr id="15" name="矩形 14"/>
          <p:cNvSpPr/>
          <p:nvPr/>
        </p:nvSpPr>
        <p:spPr>
          <a:xfrm flipV="1">
            <a:off x="6413500" y="3643313"/>
            <a:ext cx="2730500" cy="247650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kumimoji="0" lang="en-US"/>
          </a:p>
        </p:txBody>
      </p:sp>
      <p:sp>
        <p:nvSpPr>
          <p:cNvPr id="16" name="矩形 15"/>
          <p:cNvSpPr/>
          <p:nvPr/>
        </p:nvSpPr>
        <p:spPr>
          <a:xfrm>
            <a:off x="0" y="0"/>
            <a:ext cx="9144000" cy="3702050"/>
          </a:xfrm>
          <a:prstGeom prst="rect">
            <a:avLst/>
          </a:prstGeom>
          <a:solidFill>
            <a:schemeClr val="tx2">
              <a:alpha val="10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kumimoji="0" lang="en-US"/>
          </a:p>
        </p:txBody>
      </p:sp>
      <p:sp>
        <p:nvSpPr>
          <p:cNvPr id="8" name="标题 7"/>
          <p:cNvSpPr>
            <a:spLocks noGrp="1"/>
          </p:cNvSpPr>
          <p:nvPr>
            <p:ph type="ctrTitle"/>
          </p:nvPr>
        </p:nvSpPr>
        <p:spPr>
          <a:xfrm>
            <a:off x="457200" y="2401887"/>
            <a:ext cx="8458200" cy="1470025"/>
          </a:xfrm>
        </p:spPr>
        <p:txBody>
          <a:bodyPr anchor="b"/>
          <a:lstStyle>
            <a:lvl1pPr>
              <a:defRPr sz="4400">
                <a:solidFill>
                  <a:schemeClr val="bg1"/>
                </a:solidFill>
              </a:defRPr>
            </a:lvl1pPr>
          </a:lstStyle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9" name="副标题 8"/>
          <p:cNvSpPr>
            <a:spLocks noGrp="1"/>
          </p:cNvSpPr>
          <p:nvPr>
            <p:ph type="subTitle" idx="1"/>
          </p:nvPr>
        </p:nvSpPr>
        <p:spPr>
          <a:xfrm>
            <a:off x="457200" y="3899938"/>
            <a:ext cx="4953000" cy="1752600"/>
          </a:xfrm>
        </p:spPr>
        <p:txBody>
          <a:bodyPr/>
          <a:lstStyle>
            <a:lvl1pPr marL="64008" indent="0" algn="l">
              <a:buNone/>
              <a:defRPr sz="2400">
                <a:solidFill>
                  <a:schemeClr val="tx2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lang="zh-CN" altLang="en-US"/>
              <a:t>单击此处编辑母版副标题样式</a:t>
            </a:r>
            <a:endParaRPr lang="en-US"/>
          </a:p>
        </p:txBody>
      </p:sp>
      <p:sp>
        <p:nvSpPr>
          <p:cNvPr id="17" name="日期占位符 27"/>
          <p:cNvSpPr>
            <a:spLocks noGrp="1"/>
          </p:cNvSpPr>
          <p:nvPr>
            <p:ph type="dt" sz="half" idx="10"/>
          </p:nvPr>
        </p:nvSpPr>
        <p:spPr>
          <a:xfrm>
            <a:off x="6705600" y="4206875"/>
            <a:ext cx="960438" cy="45720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7202D1B-D192-4642-9494-7A9D29668BB1}" type="datetime1">
              <a:rPr lang="zh-CN" altLang="en-US"/>
              <a:pPr>
                <a:defRPr/>
              </a:pPr>
              <a:t>2026/9/11</a:t>
            </a:fld>
            <a:endParaRPr lang="en-US" altLang="zh-CN"/>
          </a:p>
        </p:txBody>
      </p:sp>
      <p:sp>
        <p:nvSpPr>
          <p:cNvPr id="18" name="页脚占位符 16"/>
          <p:cNvSpPr>
            <a:spLocks noGrp="1"/>
          </p:cNvSpPr>
          <p:nvPr>
            <p:ph type="ftr" sz="quarter" idx="11"/>
          </p:nvPr>
        </p:nvSpPr>
        <p:spPr>
          <a:xfrm>
            <a:off x="5410200" y="4205288"/>
            <a:ext cx="1295400" cy="45720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zh-CN" altLang="en-US"/>
              <a:t>本科教学水平评估</a:t>
            </a:r>
            <a:endParaRPr lang="en-US" altLang="zh-CN"/>
          </a:p>
        </p:txBody>
      </p:sp>
      <p:sp>
        <p:nvSpPr>
          <p:cNvPr id="19" name="灯片编号占位符 28"/>
          <p:cNvSpPr>
            <a:spLocks noGrp="1"/>
          </p:cNvSpPr>
          <p:nvPr>
            <p:ph type="sldNum" sz="quarter" idx="12"/>
          </p:nvPr>
        </p:nvSpPr>
        <p:spPr>
          <a:xfrm>
            <a:off x="8320088" y="1588"/>
            <a:ext cx="747712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46B4B31A-74C8-487A-9A49-32B1BAFCCA09}" type="slidenum">
              <a:rPr lang="zh-CN" altLang="en-US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313988862"/>
      </p:ext>
    </p:extLst>
  </p:cSld>
  <p:clrMapOvr>
    <a:masterClrMapping/>
  </p:clrMapOvr>
  <p:transition>
    <p:random/>
    <p:sndAc>
      <p:stSnd>
        <p:snd r:embed="rId1" name="projctor.wav"/>
      </p:stSnd>
    </p:sndAc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/>
          </a:p>
        </p:txBody>
      </p:sp>
      <p:sp>
        <p:nvSpPr>
          <p:cNvPr id="4" name="日期占位符 1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AEC1527-6466-49C3-AD4B-170FDC9053F2}" type="datetime1">
              <a:rPr lang="zh-CN" altLang="en-US"/>
              <a:pPr>
                <a:defRPr/>
              </a:pPr>
              <a:t>2026/9/11</a:t>
            </a:fld>
            <a:endParaRPr lang="en-US" altLang="zh-CN"/>
          </a:p>
        </p:txBody>
      </p:sp>
      <p:sp>
        <p:nvSpPr>
          <p:cNvPr id="5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zh-CN" altLang="en-US"/>
              <a:t>本科教学水平评估上大本科教学水平评估计工作</a:t>
            </a:r>
          </a:p>
        </p:txBody>
      </p:sp>
      <p:sp>
        <p:nvSpPr>
          <p:cNvPr id="6" name="灯片编号占位符 2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39709BD2-644E-4287-9158-80A9A0FE212B}" type="slidenum">
              <a:rPr lang="zh-CN" altLang="en-US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575554975"/>
      </p:ext>
    </p:extLst>
  </p:cSld>
  <p:clrMapOvr>
    <a:masterClrMapping/>
  </p:clrMapOvr>
  <p:transition>
    <p:random/>
    <p:sndAc>
      <p:stSnd>
        <p:snd r:embed="rId1" name="projctor.wav"/>
      </p:stSnd>
    </p:sndAc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1981200"/>
            <a:ext cx="7772400" cy="1362075"/>
          </a:xfrm>
        </p:spPr>
        <p:txBody>
          <a:bodyPr anchor="b">
            <a:noAutofit/>
          </a:bodyPr>
          <a:lstStyle>
            <a:lvl1pPr algn="l">
              <a:buNone/>
              <a:defRPr sz="4300" b="1" cap="none" baseline="0">
                <a:ln w="12700">
                  <a:solidFill>
                    <a:schemeClr val="accent2">
                      <a:shade val="90000"/>
                      <a:satMod val="150000"/>
                    </a:schemeClr>
                  </a:solidFill>
                </a:ln>
                <a:solidFill>
                  <a:srgbClr val="FFFFFF"/>
                </a:solidFill>
                <a:effectLst>
                  <a:outerShdw blurRad="38100" dist="38100" dir="540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</a:lstStyle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3367088"/>
            <a:ext cx="7772400" cy="1509712"/>
          </a:xfrm>
        </p:spPr>
        <p:txBody>
          <a:bodyPr/>
          <a:lstStyle>
            <a:lvl1pPr marL="45720" indent="0">
              <a:buNone/>
              <a:defRPr sz="2100" b="0">
                <a:solidFill>
                  <a:schemeClr val="tx2"/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1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117DA66-D3F0-4EE3-9BE7-C2F30FAF8002}" type="datetime1">
              <a:rPr lang="zh-CN" altLang="en-US"/>
              <a:pPr>
                <a:defRPr/>
              </a:pPr>
              <a:t>2026/9/11</a:t>
            </a:fld>
            <a:endParaRPr lang="en-US" altLang="zh-CN"/>
          </a:p>
        </p:txBody>
      </p:sp>
      <p:sp>
        <p:nvSpPr>
          <p:cNvPr id="5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zh-CN" altLang="en-US"/>
              <a:t>本科教学水平评估上大本科教学水平评估计工作</a:t>
            </a:r>
          </a:p>
        </p:txBody>
      </p:sp>
      <p:sp>
        <p:nvSpPr>
          <p:cNvPr id="6" name="灯片编号占位符 2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C8984D0-1DAC-4D10-9055-EFD6DDED8020}" type="slidenum">
              <a:rPr lang="zh-CN" altLang="en-US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81825449"/>
      </p:ext>
    </p:extLst>
  </p:cSld>
  <p:clrMapOvr>
    <a:masterClrMapping/>
  </p:clrMapOvr>
  <p:transition>
    <p:random/>
    <p:sndAc>
      <p:stSnd>
        <p:snd r:embed="rId1" name="projctor.wav"/>
      </p:stSnd>
    </p:sndAc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2249424"/>
            <a:ext cx="4038600" cy="4525963"/>
          </a:xfrm>
        </p:spPr>
        <p:txBody>
          <a:bodyPr/>
          <a:lstStyle>
            <a:lvl1pPr>
              <a:defRPr sz="2000"/>
            </a:lvl1pPr>
            <a:lvl2pPr>
              <a:defRPr sz="19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2249424"/>
            <a:ext cx="4038600" cy="4525963"/>
          </a:xfrm>
        </p:spPr>
        <p:txBody>
          <a:bodyPr/>
          <a:lstStyle>
            <a:lvl1pPr>
              <a:defRPr sz="2000"/>
            </a:lvl1pPr>
            <a:lvl2pPr>
              <a:defRPr sz="19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/>
          </a:p>
        </p:txBody>
      </p:sp>
      <p:sp>
        <p:nvSpPr>
          <p:cNvPr id="5" name="日期占位符 1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F76D452-B706-4A7E-955D-0DBE8E084D00}" type="datetime1">
              <a:rPr lang="zh-CN" altLang="en-US"/>
              <a:pPr>
                <a:defRPr/>
              </a:pPr>
              <a:t>2026/9/11</a:t>
            </a:fld>
            <a:endParaRPr lang="en-US" altLang="zh-CN"/>
          </a:p>
        </p:txBody>
      </p:sp>
      <p:sp>
        <p:nvSpPr>
          <p:cNvPr id="6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zh-CN" altLang="en-US"/>
              <a:t>本科教学水平评估上大本科教学水平评估计工作</a:t>
            </a:r>
          </a:p>
        </p:txBody>
      </p:sp>
      <p:sp>
        <p:nvSpPr>
          <p:cNvPr id="7" name="灯片编号占位符 2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04A5319-B38E-47D2-8AF6-412F419FA853}" type="slidenum">
              <a:rPr lang="zh-CN" altLang="en-US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787173257"/>
      </p:ext>
    </p:extLst>
  </p:cSld>
  <p:clrMapOvr>
    <a:masterClrMapping/>
  </p:clrMapOvr>
  <p:transition>
    <p:random/>
    <p:sndAc>
      <p:stSnd>
        <p:snd r:embed="rId1" name="projctor.wav"/>
      </p:stSnd>
    </p:sndAc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381000" y="1143000"/>
            <a:ext cx="8382000" cy="1069848"/>
          </a:xfrm>
        </p:spPr>
        <p:txBody>
          <a:bodyPr/>
          <a:lstStyle>
            <a:lvl1pPr>
              <a:defRPr sz="4000" b="0" i="0" cap="none" baseline="0"/>
            </a:lvl1pPr>
          </a:lstStyle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381000" y="2244970"/>
            <a:ext cx="4041648" cy="457200"/>
          </a:xfrm>
          <a:solidFill>
            <a:schemeClr val="accent2">
              <a:satMod val="150000"/>
              <a:alpha val="25000"/>
            </a:schemeClr>
          </a:solidFill>
          <a:ln w="12700">
            <a:solidFill>
              <a:schemeClr val="accent2"/>
            </a:solidFill>
          </a:ln>
        </p:spPr>
        <p:txBody>
          <a:bodyPr anchor="ctr">
            <a:noAutofit/>
          </a:bodyPr>
          <a:lstStyle>
            <a:lvl1pPr marL="45720" indent="0">
              <a:buNone/>
              <a:defRPr sz="1900" b="1">
                <a:solidFill>
                  <a:schemeClr val="tx1">
                    <a:tint val="95000"/>
                  </a:schemeClr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3"/>
          </p:nvPr>
        </p:nvSpPr>
        <p:spPr>
          <a:xfrm>
            <a:off x="4721225" y="2244970"/>
            <a:ext cx="4041775" cy="457200"/>
          </a:xfrm>
          <a:solidFill>
            <a:schemeClr val="accent2">
              <a:satMod val="150000"/>
              <a:alpha val="25000"/>
            </a:schemeClr>
          </a:solidFill>
          <a:ln w="12700">
            <a:solidFill>
              <a:schemeClr val="accent2"/>
            </a:solidFill>
          </a:ln>
        </p:spPr>
        <p:txBody>
          <a:bodyPr anchor="ctr">
            <a:noAutofit/>
          </a:bodyPr>
          <a:lstStyle>
            <a:lvl1pPr marL="45720" indent="0">
              <a:buNone/>
              <a:defRPr sz="1900" b="1">
                <a:solidFill>
                  <a:schemeClr val="tx1">
                    <a:tint val="95000"/>
                  </a:schemeClr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内容占位符 4"/>
          <p:cNvSpPr>
            <a:spLocks noGrp="1"/>
          </p:cNvSpPr>
          <p:nvPr>
            <p:ph sz="quarter" idx="2"/>
          </p:nvPr>
        </p:nvSpPr>
        <p:spPr>
          <a:xfrm>
            <a:off x="381000" y="2708519"/>
            <a:ext cx="4041648" cy="3886200"/>
          </a:xfrm>
        </p:spPr>
        <p:txBody>
          <a:bodyPr/>
          <a:lstStyle>
            <a:lvl1pPr>
              <a:defRPr sz="20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718304" y="2708519"/>
            <a:ext cx="4041775" cy="3886200"/>
          </a:xfrm>
        </p:spPr>
        <p:txBody>
          <a:bodyPr/>
          <a:lstStyle>
            <a:lvl1pPr>
              <a:defRPr sz="20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/>
          </a:p>
        </p:txBody>
      </p:sp>
      <p:sp>
        <p:nvSpPr>
          <p:cNvPr id="7" name="日期占位符 25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/>
            </a:lvl1pPr>
          </a:lstStyle>
          <a:p>
            <a:pPr>
              <a:defRPr/>
            </a:pPr>
            <a:fld id="{90E04B1D-8FD5-43C7-B459-95D09F84A62F}" type="datetime1">
              <a:rPr lang="zh-CN" altLang="en-US"/>
              <a:pPr>
                <a:defRPr/>
              </a:pPr>
              <a:t>2026/9/11</a:t>
            </a:fld>
            <a:endParaRPr lang="en-US" altLang="zh-CN"/>
          </a:p>
        </p:txBody>
      </p:sp>
      <p:sp>
        <p:nvSpPr>
          <p:cNvPr id="8" name="灯片编号占位符 26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5B5B89FB-2C3A-438E-A40F-B63A31CB87BA}" type="slidenum">
              <a:rPr lang="zh-CN" altLang="en-US"/>
              <a:pPr/>
              <a:t>‹#›</a:t>
            </a:fld>
            <a:endParaRPr lang="en-US" altLang="zh-CN"/>
          </a:p>
        </p:txBody>
      </p:sp>
      <p:sp>
        <p:nvSpPr>
          <p:cNvPr id="9" name="页脚占位符 27"/>
          <p:cNvSpPr>
            <a:spLocks noGrp="1"/>
          </p:cNvSpPr>
          <p:nvPr>
            <p:ph type="ftr" sz="quarter" idx="12"/>
          </p:nvPr>
        </p:nvSpPr>
        <p:spPr/>
        <p:txBody>
          <a:bodyPr rtlCol="0"/>
          <a:lstStyle>
            <a:lvl1pPr>
              <a:defRPr/>
            </a:lvl1pPr>
          </a:lstStyle>
          <a:p>
            <a:pPr>
              <a:defRPr/>
            </a:pPr>
            <a:r>
              <a:rPr lang="zh-CN" altLang="en-US"/>
              <a:t>本科教学水平评估上大本科教学水平评估计工作</a:t>
            </a:r>
          </a:p>
        </p:txBody>
      </p:sp>
    </p:spTree>
    <p:extLst>
      <p:ext uri="{BB962C8B-B14F-4D97-AF65-F5344CB8AC3E}">
        <p14:creationId xmlns:p14="http://schemas.microsoft.com/office/powerpoint/2010/main" val="3346924521"/>
      </p:ext>
    </p:extLst>
  </p:cSld>
  <p:clrMapOvr>
    <a:masterClrMapping/>
  </p:clrMapOvr>
  <p:transition>
    <p:random/>
    <p:sndAc>
      <p:stSnd>
        <p:snd r:embed="rId1" name="projctor.wav"/>
      </p:stSnd>
    </p:sndAc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1143000"/>
            <a:ext cx="8229600" cy="1069848"/>
          </a:xfrm>
        </p:spPr>
        <p:txBody>
          <a:bodyPr/>
          <a:lstStyle>
            <a:lvl1pPr>
              <a:defRPr sz="4000">
                <a:solidFill>
                  <a:schemeClr val="tx2"/>
                </a:solidFill>
              </a:defRPr>
            </a:lvl1pPr>
          </a:lstStyle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>
          <a:xfrm>
            <a:off x="6583363" y="612775"/>
            <a:ext cx="957262" cy="45720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3EC31D7-E5E1-4F41-9AAC-B25C88942816}" type="datetime1">
              <a:rPr lang="zh-CN" altLang="en-US"/>
              <a:pPr>
                <a:defRPr/>
              </a:pPr>
              <a:t>2026/9/11</a:t>
            </a:fld>
            <a:endParaRPr lang="en-US" altLang="zh-CN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zh-CN" altLang="en-US"/>
              <a:t>本科教学水平评估上大本科教学水平评估计工作</a:t>
            </a: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8BE6BEE9-781F-4710-B434-81E82EDE7C41}" type="slidenum">
              <a:rPr lang="zh-CN" altLang="en-US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651038882"/>
      </p:ext>
    </p:extLst>
  </p:cSld>
  <p:clrMapOvr>
    <a:masterClrMapping/>
  </p:clrMapOvr>
  <p:transition>
    <p:random/>
    <p:sndAc>
      <p:stSnd>
        <p:snd r:embed="rId1" name="projctor.wav"/>
      </p:stSnd>
    </p:sndAc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7530CB4-5E64-44D0-8CE4-9384AE851A7F}" type="datetime1">
              <a:rPr lang="zh-CN" altLang="en-US"/>
              <a:pPr>
                <a:defRPr/>
              </a:pPr>
              <a:t>2026/9/11</a:t>
            </a:fld>
            <a:endParaRPr lang="en-US" altLang="zh-CN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zh-CN" altLang="en-US"/>
              <a:t>本科教学水平评估上大本科教学水平评估计工作</a:t>
            </a:r>
          </a:p>
        </p:txBody>
      </p:sp>
      <p:sp>
        <p:nvSpPr>
          <p:cNvPr id="4" name="灯片编号占位符 2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C926E911-3685-4363-8E3E-7D22DD53B258}" type="slidenum">
              <a:rPr lang="zh-CN" altLang="en-US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87933043"/>
      </p:ext>
    </p:extLst>
  </p:cSld>
  <p:clrMapOvr>
    <a:masterClrMapping/>
  </p:clrMapOvr>
  <p:transition>
    <p:random/>
    <p:sndAc>
      <p:stSnd>
        <p:snd r:embed="rId1" name="projctor.wav"/>
      </p:stSnd>
    </p:sndAc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5353496" y="1101970"/>
            <a:ext cx="3383280" cy="877824"/>
          </a:xfrm>
        </p:spPr>
        <p:txBody>
          <a:bodyPr anchor="b"/>
          <a:lstStyle>
            <a:lvl1pPr algn="l">
              <a:buNone/>
              <a:defRPr sz="1800" b="1"/>
            </a:lvl1pPr>
          </a:lstStyle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2"/>
          </p:nvPr>
        </p:nvSpPr>
        <p:spPr>
          <a:xfrm>
            <a:off x="5353496" y="2010727"/>
            <a:ext cx="3383280" cy="4617720"/>
          </a:xfrm>
        </p:spPr>
        <p:txBody>
          <a:bodyPr/>
          <a:lstStyle>
            <a:lvl1pPr marL="9144" indent="0">
              <a:buNone/>
              <a:defRPr sz="14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1"/>
          </p:nvPr>
        </p:nvSpPr>
        <p:spPr>
          <a:xfrm>
            <a:off x="152400" y="776287"/>
            <a:ext cx="5102352" cy="5852160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/>
          </a:p>
        </p:txBody>
      </p:sp>
      <p:sp>
        <p:nvSpPr>
          <p:cNvPr id="5" name="日期占位符 1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6E8B491-2587-42A0-899A-D08379F6C43A}" type="datetime1">
              <a:rPr lang="zh-CN" altLang="en-US"/>
              <a:pPr>
                <a:defRPr/>
              </a:pPr>
              <a:t>2026/9/11</a:t>
            </a:fld>
            <a:endParaRPr lang="en-US" altLang="zh-CN"/>
          </a:p>
        </p:txBody>
      </p:sp>
      <p:sp>
        <p:nvSpPr>
          <p:cNvPr id="6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zh-CN" altLang="en-US"/>
              <a:t>本科教学水平评估上大本科教学水平评估计工作</a:t>
            </a:r>
          </a:p>
        </p:txBody>
      </p:sp>
      <p:sp>
        <p:nvSpPr>
          <p:cNvPr id="7" name="灯片编号占位符 2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D3E9834-C6CE-4E0D-BE41-E31BC64B023F}" type="slidenum">
              <a:rPr lang="zh-CN" altLang="en-US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455472777"/>
      </p:ext>
    </p:extLst>
  </p:cSld>
  <p:clrMapOvr>
    <a:masterClrMapping/>
  </p:clrMapOvr>
  <p:transition>
    <p:random/>
    <p:sndAc>
      <p:stSnd>
        <p:snd r:embed="rId1" name="projctor.wav"/>
      </p:stSnd>
    </p:sndAc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5440434" y="1109160"/>
            <a:ext cx="586803" cy="4681637"/>
          </a:xfrm>
        </p:spPr>
        <p:txBody>
          <a:bodyPr vert="vert270" lIns="45720" tIns="0" rIns="45720" anchor="t"/>
          <a:lstStyle>
            <a:lvl1pPr algn="ctr">
              <a:buNone/>
              <a:defRPr sz="2000" b="1"/>
            </a:lvl1pPr>
          </a:lstStyle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403671" y="1143000"/>
            <a:ext cx="4572000" cy="4572000"/>
          </a:xfrm>
          <a:solidFill>
            <a:srgbClr val="EAEAEA"/>
          </a:solidFill>
          <a:ln w="50800">
            <a:solidFill>
              <a:srgbClr val="FFFFFF"/>
            </a:solidFill>
            <a:miter lim="800000"/>
          </a:ln>
          <a:effectLst>
            <a:outerShdw blurRad="57150" dist="31750" dir="4800000" algn="tl" rotWithShape="0">
              <a:srgbClr val="000000">
                <a:alpha val="25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 contourW="2540">
            <a:bevelT w="25400" h="19050"/>
            <a:contourClr>
              <a:srgbClr val="AEAEAE"/>
            </a:contourClr>
          </a:sp3d>
        </p:spPr>
        <p:txBody>
          <a:bodyPr>
            <a:normAutofit/>
          </a:bodyPr>
          <a:lstStyle>
            <a:lvl1pPr marL="0" indent="0">
              <a:buNone/>
              <a:defRPr sz="3200"/>
            </a:lvl1pPr>
          </a:lstStyle>
          <a:p>
            <a:pPr lvl="0"/>
            <a:r>
              <a:rPr lang="zh-CN" altLang="en-US" noProof="0"/>
              <a:t>单击图标添加图片</a:t>
            </a:r>
            <a:endParaRPr lang="en-US" noProof="0" dirty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088443" y="3274308"/>
            <a:ext cx="2590800" cy="2516489"/>
          </a:xfrm>
        </p:spPr>
        <p:txBody>
          <a:bodyPr lIns="0" tIns="0" rIns="45720"/>
          <a:lstStyle>
            <a:lvl1pPr marL="0" indent="0">
              <a:lnSpc>
                <a:spcPct val="100000"/>
              </a:lnSpc>
              <a:spcBef>
                <a:spcPts val="0"/>
              </a:spcBef>
              <a:buFontTx/>
              <a:buNone/>
              <a:defRPr sz="1300"/>
            </a:lvl1pPr>
            <a:lvl2pPr>
              <a:buFontTx/>
              <a:buNone/>
              <a:defRPr sz="1200"/>
            </a:lvl2pPr>
            <a:lvl3pPr>
              <a:buFontTx/>
              <a:buNone/>
              <a:defRPr sz="1000"/>
            </a:lvl3pPr>
            <a:lvl4pPr>
              <a:buFontTx/>
              <a:buNone/>
              <a:defRPr sz="900"/>
            </a:lvl4pPr>
            <a:lvl5pPr>
              <a:buFontTx/>
              <a:buNone/>
              <a:defRPr sz="900"/>
            </a:lvl5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1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D438A28-7D4E-4AF4-BD1B-A626FAE476AA}" type="datetime1">
              <a:rPr lang="zh-CN" altLang="en-US"/>
              <a:pPr>
                <a:defRPr/>
              </a:pPr>
              <a:t>2026/9/11</a:t>
            </a:fld>
            <a:endParaRPr lang="en-US" altLang="zh-CN"/>
          </a:p>
        </p:txBody>
      </p:sp>
      <p:sp>
        <p:nvSpPr>
          <p:cNvPr id="6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zh-CN" altLang="en-US"/>
              <a:t>本科教学水平评估上大本科教学水平评估计工作</a:t>
            </a:r>
          </a:p>
        </p:txBody>
      </p:sp>
      <p:sp>
        <p:nvSpPr>
          <p:cNvPr id="7" name="灯片编号占位符 2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07B246A-CF23-4661-A201-59BD99105963}" type="slidenum">
              <a:rPr lang="zh-CN" altLang="en-US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72338217"/>
      </p:ext>
    </p:extLst>
  </p:cSld>
  <p:clrMapOvr>
    <a:masterClrMapping/>
  </p:clrMapOvr>
  <p:transition>
    <p:random/>
    <p:sndAc>
      <p:stSnd>
        <p:snd r:embed="rId1" name="projctor.wav"/>
      </p:stSnd>
    </p:sndAc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/>
          </a:p>
        </p:txBody>
      </p:sp>
      <p:sp>
        <p:nvSpPr>
          <p:cNvPr id="4" name="日期占位符 1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1395A28-FD61-4DA0-8C6B-AC7A3FE7E4E8}" type="datetime1">
              <a:rPr lang="zh-CN" altLang="en-US"/>
              <a:pPr>
                <a:defRPr/>
              </a:pPr>
              <a:t>2026/9/11</a:t>
            </a:fld>
            <a:endParaRPr lang="en-US" altLang="zh-CN"/>
          </a:p>
        </p:txBody>
      </p:sp>
      <p:sp>
        <p:nvSpPr>
          <p:cNvPr id="5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zh-CN" altLang="en-US"/>
              <a:t>本科教学水平评估上大本科教学水平评估计工作</a:t>
            </a:r>
          </a:p>
        </p:txBody>
      </p:sp>
      <p:sp>
        <p:nvSpPr>
          <p:cNvPr id="6" name="灯片编号占位符 2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B1A95E0-A724-4F80-80AF-233586539942}" type="slidenum">
              <a:rPr lang="zh-CN" altLang="en-US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903929389"/>
      </p:ext>
    </p:extLst>
  </p:cSld>
  <p:clrMapOvr>
    <a:masterClrMapping/>
  </p:clrMapOvr>
  <p:transition>
    <p:random/>
    <p:sndAc>
      <p:stSnd>
        <p:snd r:embed="rId1" name="projctor.wav"/>
      </p:stSnd>
    </p:sndAc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781800" y="1143000"/>
            <a:ext cx="1905000" cy="5486400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1143000"/>
            <a:ext cx="6248400" cy="5486400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/>
          </a:p>
        </p:txBody>
      </p:sp>
      <p:sp>
        <p:nvSpPr>
          <p:cNvPr id="4" name="日期占位符 1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448520D-F2AD-401A-AB57-376A037942D8}" type="datetime1">
              <a:rPr lang="zh-CN" altLang="en-US"/>
              <a:pPr>
                <a:defRPr/>
              </a:pPr>
              <a:t>2026/9/11</a:t>
            </a:fld>
            <a:endParaRPr lang="en-US" altLang="zh-CN"/>
          </a:p>
        </p:txBody>
      </p:sp>
      <p:sp>
        <p:nvSpPr>
          <p:cNvPr id="5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zh-CN" altLang="en-US"/>
              <a:t>本科教学水平评估上大本科教学水平评估计工作</a:t>
            </a:r>
          </a:p>
        </p:txBody>
      </p:sp>
      <p:sp>
        <p:nvSpPr>
          <p:cNvPr id="6" name="灯片编号占位符 2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DFB52EC0-FA68-4A1B-B3AC-FF45FCED132D}" type="slidenum">
              <a:rPr lang="zh-CN" altLang="en-US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726702630"/>
      </p:ext>
    </p:extLst>
  </p:cSld>
  <p:clrMapOvr>
    <a:masterClrMapping/>
  </p:clrMapOvr>
  <p:transition>
    <p:random/>
    <p:sndAc>
      <p:stSnd>
        <p:snd r:embed="rId1" name="projctor.wav"/>
      </p:stSnd>
    </p:sndAc>
  </p:transition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AndClipArt">
  <p:cSld name="标题，文本与剪贴画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85800" y="609600"/>
            <a:ext cx="7772400" cy="1143000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剪贴画占位符 3"/>
          <p:cNvSpPr>
            <a:spLocks noGrp="1"/>
          </p:cNvSpPr>
          <p:nvPr>
            <p:ph type="clipArt" sz="half" idx="2"/>
          </p:nvPr>
        </p:nvSpPr>
        <p:spPr>
          <a:xfrm>
            <a:off x="4648200" y="1981200"/>
            <a:ext cx="3810000" cy="4114800"/>
          </a:xfrm>
        </p:spPr>
        <p:txBody>
          <a:bodyPr>
            <a:normAutofit/>
          </a:bodyPr>
          <a:lstStyle/>
          <a:p>
            <a:pPr lvl="0"/>
            <a:endParaRPr lang="zh-CN" altLang="en-US" noProof="0"/>
          </a:p>
        </p:txBody>
      </p:sp>
      <p:sp>
        <p:nvSpPr>
          <p:cNvPr id="5" name="日期占位符 13">
            <a:extLst>
              <a:ext uri="{FF2B5EF4-FFF2-40B4-BE49-F238E27FC236}">
                <a16:creationId xmlns:a16="http://schemas.microsoft.com/office/drawing/2014/main" id="{C00F04FA-1891-4208-B009-1A5FED59AF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858642D-2EC2-4D95-8926-E3F073F17624}" type="datetime1">
              <a:rPr lang="zh-CN" altLang="en-US"/>
              <a:pPr>
                <a:defRPr/>
              </a:pPr>
              <a:t>2026/9/11</a:t>
            </a:fld>
            <a:endParaRPr lang="en-US" altLang="zh-CN"/>
          </a:p>
        </p:txBody>
      </p:sp>
      <p:sp>
        <p:nvSpPr>
          <p:cNvPr id="6" name="页脚占位符 2">
            <a:extLst>
              <a:ext uri="{FF2B5EF4-FFF2-40B4-BE49-F238E27FC236}">
                <a16:creationId xmlns:a16="http://schemas.microsoft.com/office/drawing/2014/main" id="{46B2727E-620B-49A1-934A-AA8292F401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zh-CN" altLang="en-US"/>
              <a:t>本科教学水平评估上大本科教学水平评估计工作</a:t>
            </a:r>
          </a:p>
        </p:txBody>
      </p:sp>
      <p:sp>
        <p:nvSpPr>
          <p:cNvPr id="7" name="灯片编号占位符 22">
            <a:extLst>
              <a:ext uri="{FF2B5EF4-FFF2-40B4-BE49-F238E27FC236}">
                <a16:creationId xmlns:a16="http://schemas.microsoft.com/office/drawing/2014/main" id="{B965709A-630B-4653-8FFF-015AE4A2EA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99EDC37-85C0-4EEF-B625-8C1B8C6ED7E6}" type="slidenum">
              <a:rPr lang="zh-CN" altLang="en-US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321569427"/>
      </p:ext>
    </p:extLst>
  </p:cSld>
  <p:clrMapOvr>
    <a:masterClrMapping/>
  </p:clrMapOvr>
  <p:transition>
    <p:random/>
    <p:sndAc>
      <p:stSnd>
        <p:snd r:embed="rId1" name="projctor.wav"/>
      </p:stSnd>
    </p:sndAc>
  </p:transition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audio" Target="../media/audio1.wav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矩形 27"/>
          <p:cNvSpPr/>
          <p:nvPr/>
        </p:nvSpPr>
        <p:spPr>
          <a:xfrm>
            <a:off x="0" y="366713"/>
            <a:ext cx="9144000" cy="84137"/>
          </a:xfrm>
          <a:prstGeom prst="rect">
            <a:avLst/>
          </a:prstGeom>
          <a:solidFill>
            <a:schemeClr val="accent2">
              <a:alpha val="5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kumimoji="0" lang="en-US"/>
          </a:p>
        </p:txBody>
      </p:sp>
      <p:sp>
        <p:nvSpPr>
          <p:cNvPr id="29" name="矩形 28"/>
          <p:cNvSpPr/>
          <p:nvPr/>
        </p:nvSpPr>
        <p:spPr>
          <a:xfrm>
            <a:off x="0" y="0"/>
            <a:ext cx="9144000" cy="311150"/>
          </a:xfrm>
          <a:prstGeom prst="rect">
            <a:avLst/>
          </a:prstGeom>
          <a:solidFill>
            <a:schemeClr val="tx2">
              <a:alpha val="10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kumimoji="0" lang="en-US"/>
          </a:p>
        </p:txBody>
      </p:sp>
      <p:sp>
        <p:nvSpPr>
          <p:cNvPr id="30" name="矩形 29"/>
          <p:cNvSpPr/>
          <p:nvPr/>
        </p:nvSpPr>
        <p:spPr>
          <a:xfrm>
            <a:off x="0" y="307975"/>
            <a:ext cx="9144000" cy="92075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kumimoji="0" lang="en-US"/>
          </a:p>
        </p:txBody>
      </p:sp>
      <p:sp>
        <p:nvSpPr>
          <p:cNvPr id="31" name="矩形 30"/>
          <p:cNvSpPr/>
          <p:nvPr/>
        </p:nvSpPr>
        <p:spPr>
          <a:xfrm flipV="1">
            <a:off x="5410200" y="360363"/>
            <a:ext cx="3733800" cy="90487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kumimoji="0" lang="en-US"/>
          </a:p>
        </p:txBody>
      </p:sp>
      <p:sp>
        <p:nvSpPr>
          <p:cNvPr id="32" name="矩形 31"/>
          <p:cNvSpPr/>
          <p:nvPr/>
        </p:nvSpPr>
        <p:spPr>
          <a:xfrm flipV="1">
            <a:off x="5410200" y="439738"/>
            <a:ext cx="3733800" cy="180975"/>
          </a:xfrm>
          <a:prstGeom prst="rect">
            <a:avLst/>
          </a:prstGeom>
          <a:solidFill>
            <a:schemeClr val="accent2">
              <a:alpha val="5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kumimoji="0" lang="en-US"/>
          </a:p>
        </p:txBody>
      </p:sp>
      <p:sp useBgFill="1">
        <p:nvSpPr>
          <p:cNvPr id="33" name="圆角矩形 32"/>
          <p:cNvSpPr/>
          <p:nvPr/>
        </p:nvSpPr>
        <p:spPr bwMode="white">
          <a:xfrm>
            <a:off x="5407025" y="496888"/>
            <a:ext cx="3063875" cy="28575"/>
          </a:xfrm>
          <a:prstGeom prst="roundRect">
            <a:avLst>
              <a:gd name="adj" fmla="val 16667"/>
            </a:avLst>
          </a:prstGeom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kumimoji="0" lang="en-US"/>
          </a:p>
        </p:txBody>
      </p:sp>
      <p:sp useBgFill="1">
        <p:nvSpPr>
          <p:cNvPr id="34" name="圆角矩形 33"/>
          <p:cNvSpPr/>
          <p:nvPr/>
        </p:nvSpPr>
        <p:spPr bwMode="white">
          <a:xfrm>
            <a:off x="7373938" y="588963"/>
            <a:ext cx="1600200" cy="36512"/>
          </a:xfrm>
          <a:prstGeom prst="roundRect">
            <a:avLst>
              <a:gd name="adj" fmla="val 16667"/>
            </a:avLst>
          </a:prstGeom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kumimoji="0" lang="en-US"/>
          </a:p>
        </p:txBody>
      </p:sp>
      <p:sp>
        <p:nvSpPr>
          <p:cNvPr id="35" name="矩形 34"/>
          <p:cNvSpPr/>
          <p:nvPr/>
        </p:nvSpPr>
        <p:spPr bwMode="invGray">
          <a:xfrm>
            <a:off x="9085263" y="-1588"/>
            <a:ext cx="57150" cy="620713"/>
          </a:xfrm>
          <a:prstGeom prst="rect">
            <a:avLst/>
          </a:prstGeom>
          <a:solidFill>
            <a:srgbClr val="FFFFFF">
              <a:alpha val="65098"/>
            </a:srgb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kumimoji="0" lang="en-US" dirty="0"/>
          </a:p>
        </p:txBody>
      </p:sp>
      <p:sp>
        <p:nvSpPr>
          <p:cNvPr id="36" name="矩形 35"/>
          <p:cNvSpPr/>
          <p:nvPr/>
        </p:nvSpPr>
        <p:spPr bwMode="invGray">
          <a:xfrm>
            <a:off x="9043988" y="-1588"/>
            <a:ext cx="28575" cy="620713"/>
          </a:xfrm>
          <a:prstGeom prst="rect">
            <a:avLst/>
          </a:prstGeom>
          <a:solidFill>
            <a:srgbClr val="FFFFFF">
              <a:alpha val="65098"/>
            </a:srgb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kumimoji="0" lang="en-US" dirty="0"/>
          </a:p>
        </p:txBody>
      </p:sp>
      <p:sp>
        <p:nvSpPr>
          <p:cNvPr id="37" name="矩形 36"/>
          <p:cNvSpPr/>
          <p:nvPr/>
        </p:nvSpPr>
        <p:spPr bwMode="invGray">
          <a:xfrm>
            <a:off x="9024938" y="-1588"/>
            <a:ext cx="9525" cy="620713"/>
          </a:xfrm>
          <a:prstGeom prst="rect">
            <a:avLst/>
          </a:prstGeom>
          <a:solidFill>
            <a:srgbClr val="FFFFFF">
              <a:alpha val="60000"/>
            </a:srgb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kumimoji="0" lang="en-US"/>
          </a:p>
        </p:txBody>
      </p:sp>
      <p:sp>
        <p:nvSpPr>
          <p:cNvPr id="38" name="矩形 37"/>
          <p:cNvSpPr/>
          <p:nvPr/>
        </p:nvSpPr>
        <p:spPr bwMode="invGray">
          <a:xfrm>
            <a:off x="8975725" y="-1588"/>
            <a:ext cx="26988" cy="620713"/>
          </a:xfrm>
          <a:prstGeom prst="rect">
            <a:avLst/>
          </a:prstGeom>
          <a:solidFill>
            <a:srgbClr val="FFFFFF">
              <a:alpha val="40000"/>
            </a:srgb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kumimoji="0" lang="en-US"/>
          </a:p>
        </p:txBody>
      </p:sp>
      <p:sp>
        <p:nvSpPr>
          <p:cNvPr id="39" name="矩形 38"/>
          <p:cNvSpPr/>
          <p:nvPr/>
        </p:nvSpPr>
        <p:spPr bwMode="invGray">
          <a:xfrm>
            <a:off x="8915400" y="0"/>
            <a:ext cx="55563" cy="585788"/>
          </a:xfrm>
          <a:prstGeom prst="rect">
            <a:avLst/>
          </a:prstGeom>
          <a:solidFill>
            <a:srgbClr val="FFFFFF">
              <a:alpha val="20000"/>
            </a:srgb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kumimoji="0" lang="en-US"/>
          </a:p>
        </p:txBody>
      </p:sp>
      <p:sp>
        <p:nvSpPr>
          <p:cNvPr id="40" name="矩形 39"/>
          <p:cNvSpPr/>
          <p:nvPr/>
        </p:nvSpPr>
        <p:spPr bwMode="invGray">
          <a:xfrm>
            <a:off x="8874125" y="0"/>
            <a:ext cx="7938" cy="585788"/>
          </a:xfrm>
          <a:prstGeom prst="rect">
            <a:avLst/>
          </a:prstGeom>
          <a:solidFill>
            <a:srgbClr val="FFFFFF">
              <a:alpha val="30196"/>
            </a:srgb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kumimoji="0" lang="en-US" dirty="0"/>
          </a:p>
        </p:txBody>
      </p:sp>
      <p:sp>
        <p:nvSpPr>
          <p:cNvPr id="1039" name="标题占位符 21"/>
          <p:cNvSpPr>
            <a:spLocks noGrp="1"/>
          </p:cNvSpPr>
          <p:nvPr>
            <p:ph type="title"/>
          </p:nvPr>
        </p:nvSpPr>
        <p:spPr bwMode="auto">
          <a:xfrm>
            <a:off x="457200" y="1143000"/>
            <a:ext cx="8229600" cy="1066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单击此处编辑母版标题样式</a:t>
            </a:r>
          </a:p>
        </p:txBody>
      </p:sp>
      <p:sp>
        <p:nvSpPr>
          <p:cNvPr id="1040" name="文本占位符 12"/>
          <p:cNvSpPr>
            <a:spLocks noGrp="1"/>
          </p:cNvSpPr>
          <p:nvPr>
            <p:ph type="body" idx="1"/>
          </p:nvPr>
        </p:nvSpPr>
        <p:spPr bwMode="auto">
          <a:xfrm>
            <a:off x="457200" y="2249488"/>
            <a:ext cx="8229600" cy="4324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14" name="日期占位符 13"/>
          <p:cNvSpPr>
            <a:spLocks noGrp="1"/>
          </p:cNvSpPr>
          <p:nvPr>
            <p:ph type="dt" sz="half" idx="2"/>
          </p:nvPr>
        </p:nvSpPr>
        <p:spPr>
          <a:xfrm>
            <a:off x="6586538" y="612775"/>
            <a:ext cx="957262" cy="457200"/>
          </a:xfrm>
          <a:prstGeom prst="rect">
            <a:avLst/>
          </a:prstGeom>
        </p:spPr>
        <p:txBody>
          <a:bodyPr vert="horz"/>
          <a:lstStyle>
            <a:lvl1pPr algn="l" eaLnBrk="1" latinLnBrk="0" hangingPunct="1">
              <a:defRPr kumimoji="0" sz="800">
                <a:solidFill>
                  <a:schemeClr val="accent2"/>
                </a:solidFill>
              </a:defRPr>
            </a:lvl1pPr>
          </a:lstStyle>
          <a:p>
            <a:pPr>
              <a:defRPr/>
            </a:pPr>
            <a:fld id="{9EF77AF9-F2C1-46CF-A856-AD1424D9E8AE}" type="datetime1">
              <a:rPr lang="zh-CN" altLang="en-US"/>
              <a:pPr>
                <a:defRPr/>
              </a:pPr>
              <a:t>2026/9/11</a:t>
            </a:fld>
            <a:endParaRPr lang="en-US" altLang="zh-CN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3"/>
          </p:nvPr>
        </p:nvSpPr>
        <p:spPr>
          <a:xfrm>
            <a:off x="5257800" y="612775"/>
            <a:ext cx="1325563" cy="457200"/>
          </a:xfrm>
          <a:prstGeom prst="rect">
            <a:avLst/>
          </a:prstGeom>
        </p:spPr>
        <p:txBody>
          <a:bodyPr vert="horz"/>
          <a:lstStyle>
            <a:lvl1pPr algn="r" eaLnBrk="1" latinLnBrk="0" hangingPunct="1">
              <a:defRPr kumimoji="0" sz="800">
                <a:solidFill>
                  <a:schemeClr val="accent2"/>
                </a:solidFill>
              </a:defRPr>
            </a:lvl1pPr>
          </a:lstStyle>
          <a:p>
            <a:pPr>
              <a:defRPr/>
            </a:pPr>
            <a:r>
              <a:rPr lang="zh-CN" altLang="en-US"/>
              <a:t>本科教学水平评估上大本科教学水平评估计工作</a:t>
            </a:r>
          </a:p>
        </p:txBody>
      </p:sp>
      <p:sp>
        <p:nvSpPr>
          <p:cNvPr id="23" name="灯片编号占位符 22"/>
          <p:cNvSpPr>
            <a:spLocks noGrp="1"/>
          </p:cNvSpPr>
          <p:nvPr>
            <p:ph type="sldNum" sz="quarter" idx="4"/>
          </p:nvPr>
        </p:nvSpPr>
        <p:spPr>
          <a:xfrm>
            <a:off x="8174038" y="1588"/>
            <a:ext cx="762000" cy="366712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kumimoji="0" sz="1800">
                <a:solidFill>
                  <a:srgbClr val="FFFFFF"/>
                </a:solidFill>
              </a:defRPr>
            </a:lvl1pPr>
          </a:lstStyle>
          <a:p>
            <a:fld id="{3EA43A05-C4BD-441F-9852-A9B1742DAA57}" type="slidenum">
              <a:rPr lang="zh-CN" altLang="en-US"/>
              <a:pPr/>
              <a:t>‹#›</a:t>
            </a:fld>
            <a:endParaRPr lang="en-US" alt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80" r:id="rId1"/>
    <p:sldLayoutId id="2147483871" r:id="rId2"/>
    <p:sldLayoutId id="2147483872" r:id="rId3"/>
    <p:sldLayoutId id="2147483873" r:id="rId4"/>
    <p:sldLayoutId id="2147483881" r:id="rId5"/>
    <p:sldLayoutId id="2147483882" r:id="rId6"/>
    <p:sldLayoutId id="2147483874" r:id="rId7"/>
    <p:sldLayoutId id="2147483875" r:id="rId8"/>
    <p:sldLayoutId id="2147483876" r:id="rId9"/>
    <p:sldLayoutId id="2147483877" r:id="rId10"/>
    <p:sldLayoutId id="2147483878" r:id="rId11"/>
    <p:sldLayoutId id="2147483883" r:id="rId12"/>
  </p:sldLayoutIdLst>
  <p:transition>
    <p:random/>
    <p:sndAc>
      <p:stSnd>
        <p:snd r:embed="rId14" name="projctor.wav"/>
      </p:stSnd>
    </p:sndAc>
  </p:transition>
  <p:hf hdr="0" ft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4000" kern="1200">
          <a:solidFill>
            <a:schemeClr val="tx2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Trebuchet MS" pitchFamily="34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Trebuchet MS" pitchFamily="34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Trebuchet MS" pitchFamily="34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Trebuchet MS" pitchFamily="34" charset="0"/>
        </a:defRPr>
      </a:lvl5pPr>
      <a:lvl6pPr marL="457200" algn="l" rtl="0" fontAlgn="base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Trebuchet MS" pitchFamily="34" charset="0"/>
        </a:defRPr>
      </a:lvl6pPr>
      <a:lvl7pPr marL="914400" algn="l" rtl="0" fontAlgn="base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Trebuchet MS" pitchFamily="34" charset="0"/>
        </a:defRPr>
      </a:lvl7pPr>
      <a:lvl8pPr marL="1371600" algn="l" rtl="0" fontAlgn="base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Trebuchet MS" pitchFamily="34" charset="0"/>
        </a:defRPr>
      </a:lvl8pPr>
      <a:lvl9pPr marL="1828800" algn="l" rtl="0" fontAlgn="base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Trebuchet MS" pitchFamily="34" charset="0"/>
        </a:defRPr>
      </a:lvl9pPr>
    </p:titleStyle>
    <p:bodyStyle>
      <a:lvl1pPr marL="365125" indent="-255588" algn="l" rtl="0" eaLnBrk="0" fontAlgn="base" hangingPunct="0">
        <a:spcBef>
          <a:spcPts val="300"/>
        </a:spcBef>
        <a:spcAft>
          <a:spcPct val="0"/>
        </a:spcAft>
        <a:buClr>
          <a:srgbClr val="A04DA3"/>
        </a:buClr>
        <a:buFont typeface="Georgia" pitchFamily="18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57225" indent="-246063" algn="l" rtl="0" eaLnBrk="0" fontAlgn="base" hangingPunct="0">
        <a:spcBef>
          <a:spcPts val="300"/>
        </a:spcBef>
        <a:spcAft>
          <a:spcPct val="0"/>
        </a:spcAft>
        <a:buClr>
          <a:schemeClr val="accent2"/>
        </a:buClr>
        <a:buFont typeface="Georgia" pitchFamily="18" charset="0"/>
        <a:buChar char="▫"/>
        <a:defRPr sz="2600" kern="1200">
          <a:solidFill>
            <a:schemeClr val="accent2"/>
          </a:solidFill>
          <a:latin typeface="+mn-lt"/>
          <a:ea typeface="+mn-ea"/>
          <a:cs typeface="+mn-cs"/>
        </a:defRPr>
      </a:lvl2pPr>
      <a:lvl3pPr marL="922338" indent="-219075" algn="l" rtl="0" eaLnBrk="0" fontAlgn="base" hangingPunct="0">
        <a:spcBef>
          <a:spcPts val="300"/>
        </a:spcBef>
        <a:spcAft>
          <a:spcPct val="0"/>
        </a:spcAft>
        <a:buClr>
          <a:schemeClr val="accent1"/>
        </a:buClr>
        <a:buFont typeface="Wingdings 2" pitchFamily="18" charset="2"/>
        <a:buChar char=""/>
        <a:defRPr sz="2400" kern="1200">
          <a:solidFill>
            <a:schemeClr val="accent1"/>
          </a:solidFill>
          <a:latin typeface="+mn-lt"/>
          <a:ea typeface="+mn-ea"/>
          <a:cs typeface="+mn-cs"/>
        </a:defRPr>
      </a:lvl3pPr>
      <a:lvl4pPr marL="1179513" indent="-200025" algn="l" rtl="0" eaLnBrk="0" fontAlgn="base" hangingPunct="0">
        <a:spcBef>
          <a:spcPts val="300"/>
        </a:spcBef>
        <a:spcAft>
          <a:spcPct val="0"/>
        </a:spcAft>
        <a:buClr>
          <a:schemeClr val="accent1"/>
        </a:buClr>
        <a:buFont typeface="Wingdings 2" pitchFamily="18" charset="2"/>
        <a:buChar char=""/>
        <a:defRPr sz="2200" kern="1200">
          <a:solidFill>
            <a:schemeClr val="accent1"/>
          </a:solidFill>
          <a:latin typeface="+mn-lt"/>
          <a:ea typeface="+mn-ea"/>
          <a:cs typeface="+mn-cs"/>
        </a:defRPr>
      </a:lvl4pPr>
      <a:lvl5pPr marL="1389063" indent="-182563" algn="l" rtl="0" eaLnBrk="0" fontAlgn="base" hangingPunct="0">
        <a:spcBef>
          <a:spcPts val="300"/>
        </a:spcBef>
        <a:spcAft>
          <a:spcPct val="0"/>
        </a:spcAft>
        <a:buClr>
          <a:srgbClr val="A04DA3"/>
        </a:buClr>
        <a:buFont typeface="Georgia" pitchFamily="18" charset="0"/>
        <a:buChar char="▫"/>
        <a:defRPr sz="2000" kern="1200">
          <a:solidFill>
            <a:srgbClr val="A04DA3"/>
          </a:solidFill>
          <a:latin typeface="+mn-lt"/>
          <a:ea typeface="+mn-ea"/>
          <a:cs typeface="+mn-cs"/>
        </a:defRPr>
      </a:lvl5pPr>
      <a:lvl6pPr marL="1609344" indent="-182880" algn="l" rtl="0" eaLnBrk="1" latinLnBrk="0" hangingPunct="1">
        <a:spcBef>
          <a:spcPts val="300"/>
        </a:spcBef>
        <a:buClr>
          <a:schemeClr val="accent3"/>
        </a:buClr>
        <a:buFont typeface="Georgia"/>
        <a:buChar char="▫"/>
        <a:defRPr kumimoji="0" sz="1800" kern="1200">
          <a:solidFill>
            <a:schemeClr val="accent3"/>
          </a:solidFill>
          <a:latin typeface="+mn-lt"/>
          <a:ea typeface="+mn-ea"/>
          <a:cs typeface="+mn-cs"/>
        </a:defRPr>
      </a:lvl6pPr>
      <a:lvl7pPr marL="1828800" indent="-182880" algn="l" rtl="0" eaLnBrk="1" latinLnBrk="0" hangingPunct="1">
        <a:spcBef>
          <a:spcPts val="300"/>
        </a:spcBef>
        <a:buClr>
          <a:schemeClr val="accent3"/>
        </a:buClr>
        <a:buFont typeface="Georgia"/>
        <a:buChar char="▫"/>
        <a:defRPr kumimoji="0" sz="1600" kern="1200">
          <a:solidFill>
            <a:schemeClr val="accent3"/>
          </a:solidFill>
          <a:latin typeface="+mn-lt"/>
          <a:ea typeface="+mn-ea"/>
          <a:cs typeface="+mn-cs"/>
        </a:defRPr>
      </a:lvl7pPr>
      <a:lvl8pPr marL="2029968" indent="-182880" algn="l" rtl="0" eaLnBrk="1" latinLnBrk="0" hangingPunct="1">
        <a:spcBef>
          <a:spcPts val="300"/>
        </a:spcBef>
        <a:buClr>
          <a:schemeClr val="accent3"/>
        </a:buClr>
        <a:buFont typeface="Georgia"/>
        <a:buChar char="◦"/>
        <a:defRPr kumimoji="0" sz="1500" kern="1200">
          <a:solidFill>
            <a:schemeClr val="accent3"/>
          </a:solidFill>
          <a:latin typeface="+mn-lt"/>
          <a:ea typeface="+mn-ea"/>
          <a:cs typeface="+mn-cs"/>
        </a:defRPr>
      </a:lvl8pPr>
      <a:lvl9pPr marL="2240280" indent="-182880" algn="l" rtl="0" eaLnBrk="1" latinLnBrk="0" hangingPunct="1">
        <a:spcBef>
          <a:spcPts val="300"/>
        </a:spcBef>
        <a:buClr>
          <a:schemeClr val="accent3"/>
        </a:buClr>
        <a:buFont typeface="Georgia"/>
        <a:buChar char="◦"/>
        <a:defRPr kumimoji="0" sz="1400" kern="1200" baseline="0">
          <a:solidFill>
            <a:schemeClr val="accent3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1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1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wav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wav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1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1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1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1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1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1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1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1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1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1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Rectangle 2"/>
          <p:cNvSpPr>
            <a:spLocks noGrp="1" noChangeArrowheads="1"/>
          </p:cNvSpPr>
          <p:nvPr>
            <p:ph type="title"/>
          </p:nvPr>
        </p:nvSpPr>
        <p:spPr>
          <a:xfrm>
            <a:off x="685800" y="577850"/>
            <a:ext cx="7772400" cy="763588"/>
          </a:xfrm>
          <a:effectLst>
            <a:outerShdw dist="71842" dir="2700000" algn="ctr" rotWithShape="0">
              <a:srgbClr val="92001C"/>
            </a:outerShdw>
          </a:effectLst>
          <a:extLst>
            <a:ext uri="{91240B29-F687-4F45-9708-019B960494DF}">
              <a14:hiddenLine xmlns:a14="http://schemas.microsoft.com/office/drawing/2010/main" w="9525" cap="flat" cmpd="sng">
                <a:solidFill>
                  <a:schemeClr val="tx1"/>
                </a:solidFill>
                <a:prstDash val="solid"/>
                <a:miter lim="800000"/>
                <a:headEnd/>
                <a:tailEnd/>
              </a14:hiddenLine>
            </a:ext>
          </a:extLst>
        </p:spPr>
        <p:txBody>
          <a:bodyPr lIns="97332" tIns="48667" rIns="97332" bIns="48667" anchor="t">
            <a:spAutoFit/>
          </a:bodyPr>
          <a:lstStyle/>
          <a:p>
            <a:pPr defTabSz="966788" eaLnBrk="1" hangingPunct="1">
              <a:lnSpc>
                <a:spcPct val="90000"/>
              </a:lnSpc>
            </a:pPr>
            <a:r>
              <a:rPr lang="zh-CN" altLang="en-US" sz="4800" b="1"/>
              <a:t>实验报告要求及上交时间</a:t>
            </a:r>
            <a:endParaRPr lang="zh-CN" altLang="en-US" sz="4800" b="1">
              <a:solidFill>
                <a:srgbClr val="FFFF00"/>
              </a:solidFill>
              <a:latin typeface="Times New Roman" pitchFamily="18" charset="0"/>
              <a:ea typeface="华文新魏" pitchFamily="2" charset="-122"/>
            </a:endParaRPr>
          </a:p>
        </p:txBody>
      </p:sp>
      <p:sp>
        <p:nvSpPr>
          <p:cNvPr id="565251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762000" y="2144713"/>
            <a:ext cx="8077200" cy="4668837"/>
          </a:xfrm>
          <a:extLst>
            <a:ext uri="{91240B29-F687-4F45-9708-019B960494DF}">
              <a14:hiddenLine xmlns:a14="http://schemas.microsoft.com/office/drawing/2010/main" w="9525" cap="flat" cmpd="sng">
                <a:solidFill>
                  <a:schemeClr val="tx1"/>
                </a:solidFill>
                <a:prstDash val="solid"/>
                <a:miter lim="800000"/>
                <a:headEnd/>
                <a:tailEnd/>
              </a14:hiddenLine>
            </a:ext>
          </a:extLst>
        </p:spPr>
        <p:txBody>
          <a:bodyPr>
            <a:normAutofit/>
          </a:bodyPr>
          <a:lstStyle/>
          <a:p>
            <a:pPr marL="533400" indent="-533400" eaLnBrk="1" fontAlgn="auto" hangingPunct="1">
              <a:spcAft>
                <a:spcPts val="0"/>
              </a:spcAft>
              <a:buClr>
                <a:schemeClr val="accent3"/>
              </a:buClr>
              <a:buFont typeface="Wingdings" pitchFamily="2" charset="2"/>
              <a:buNone/>
              <a:defRPr/>
            </a:pPr>
            <a:r>
              <a:rPr lang="en-US" altLang="zh-CN" sz="2400" b="1" dirty="0">
                <a:effectLst>
                  <a:outerShdw blurRad="38100" dist="38100" dir="2700000" algn="tl">
                    <a:srgbClr val="000000"/>
                  </a:outerShdw>
                </a:effectLst>
              </a:rPr>
              <a:t>1</a:t>
            </a:r>
            <a:r>
              <a:rPr lang="zh-CN" altLang="en-US" sz="2400" b="1" dirty="0">
                <a:effectLst>
                  <a:outerShdw blurRad="38100" dist="38100" dir="2700000" algn="tl">
                    <a:srgbClr val="000000"/>
                  </a:outerShdw>
                </a:effectLst>
              </a:rPr>
              <a:t>．格式：</a:t>
            </a:r>
          </a:p>
          <a:p>
            <a:pPr marL="533400" indent="-533400" eaLnBrk="1" fontAlgn="auto" hangingPunct="1">
              <a:spcAft>
                <a:spcPts val="0"/>
              </a:spcAft>
              <a:buClr>
                <a:schemeClr val="accent3"/>
              </a:buClr>
              <a:buFont typeface="Wingdings" pitchFamily="2" charset="2"/>
              <a:buNone/>
              <a:defRPr/>
            </a:pPr>
            <a:r>
              <a:rPr lang="en-US" altLang="zh-CN" sz="2400" b="1" dirty="0">
                <a:effectLst>
                  <a:outerShdw blurRad="38100" dist="38100" dir="2700000" algn="tl">
                    <a:srgbClr val="000000"/>
                  </a:outerShdw>
                </a:effectLst>
              </a:rPr>
              <a:t>               《</a:t>
            </a:r>
            <a:r>
              <a:rPr lang="zh-CN" altLang="en-US" sz="2400" b="1" dirty="0">
                <a:effectLst>
                  <a:outerShdw blurRad="38100" dist="38100" dir="2700000" algn="tl">
                    <a:srgbClr val="000000"/>
                  </a:outerShdw>
                </a:effectLst>
              </a:rPr>
              <a:t>计算机操作系统</a:t>
            </a:r>
            <a:r>
              <a:rPr lang="en-US" altLang="zh-CN" sz="2400" b="1" dirty="0">
                <a:effectLst>
                  <a:outerShdw blurRad="38100" dist="38100" dir="2700000" algn="tl">
                    <a:srgbClr val="000000"/>
                  </a:outerShdw>
                </a:effectLst>
              </a:rPr>
              <a:t>》</a:t>
            </a:r>
            <a:r>
              <a:rPr lang="zh-CN" altLang="en-US" sz="2400" b="1" dirty="0">
                <a:effectLst>
                  <a:outerShdw blurRad="38100" dist="38100" dir="2700000" algn="tl">
                    <a:srgbClr val="000000"/>
                  </a:outerShdw>
                </a:effectLst>
              </a:rPr>
              <a:t>上机实验报告</a:t>
            </a:r>
          </a:p>
          <a:p>
            <a:pPr marL="533400" indent="-533400" eaLnBrk="1" fontAlgn="auto" hangingPunct="1">
              <a:spcAft>
                <a:spcPts val="0"/>
              </a:spcAft>
              <a:buClr>
                <a:schemeClr val="accent3"/>
              </a:buClr>
              <a:buFont typeface="Wingdings" pitchFamily="2" charset="2"/>
              <a:buNone/>
              <a:defRPr/>
            </a:pPr>
            <a:r>
              <a:rPr lang="zh-CN" altLang="en-US" sz="2400" b="1" dirty="0">
                <a:effectLst>
                  <a:outerShdw blurRad="38100" dist="38100" dir="2700000" algn="tl">
                    <a:srgbClr val="000000"/>
                  </a:outerShdw>
                </a:effectLst>
              </a:rPr>
              <a:t>                       学号　　姓名 　　班级</a:t>
            </a:r>
          </a:p>
          <a:p>
            <a:pPr marL="533400" indent="-533400" eaLnBrk="1" fontAlgn="auto" hangingPunct="1">
              <a:spcAft>
                <a:spcPts val="0"/>
              </a:spcAft>
              <a:buClr>
                <a:schemeClr val="accent3"/>
              </a:buClr>
              <a:buFont typeface="Wingdings" pitchFamily="2" charset="2"/>
              <a:buNone/>
              <a:defRPr/>
            </a:pPr>
            <a:r>
              <a:rPr lang="zh-CN" altLang="en-US" sz="2400" b="1" dirty="0">
                <a:effectLst>
                  <a:outerShdw blurRad="38100" dist="38100" dir="2700000" algn="tl">
                    <a:srgbClr val="000000"/>
                  </a:outerShdw>
                </a:effectLst>
              </a:rPr>
              <a:t>①　实验名称：</a:t>
            </a:r>
          </a:p>
          <a:p>
            <a:pPr marL="533400" indent="-533400" eaLnBrk="1" fontAlgn="auto" hangingPunct="1">
              <a:spcAft>
                <a:spcPts val="0"/>
              </a:spcAft>
              <a:buClr>
                <a:schemeClr val="accent3"/>
              </a:buClr>
              <a:buFont typeface="Wingdings" pitchFamily="2" charset="2"/>
              <a:buNone/>
              <a:defRPr/>
            </a:pPr>
            <a:r>
              <a:rPr lang="zh-CN" altLang="en-US" sz="2400" b="1" dirty="0">
                <a:effectLst>
                  <a:outerShdw blurRad="38100" dist="38100" dir="2700000" algn="tl">
                    <a:srgbClr val="000000"/>
                  </a:outerShdw>
                </a:effectLst>
              </a:rPr>
              <a:t>②　实验目的：</a:t>
            </a:r>
          </a:p>
          <a:p>
            <a:pPr marL="533400" indent="-533400" eaLnBrk="1" fontAlgn="auto" hangingPunct="1">
              <a:spcAft>
                <a:spcPts val="0"/>
              </a:spcAft>
              <a:buClr>
                <a:schemeClr val="accent3"/>
              </a:buClr>
              <a:buFont typeface="Wingdings" pitchFamily="2" charset="2"/>
              <a:buNone/>
              <a:defRPr/>
            </a:pPr>
            <a:r>
              <a:rPr lang="zh-CN" altLang="en-US" sz="2400" b="1" dirty="0">
                <a:effectLst>
                  <a:outerShdw blurRad="38100" dist="38100" dir="2700000" algn="tl">
                    <a:srgbClr val="000000"/>
                  </a:outerShdw>
                </a:effectLst>
              </a:rPr>
              <a:t>③　实验内容：</a:t>
            </a:r>
          </a:p>
          <a:p>
            <a:pPr marL="533400" indent="-533400" eaLnBrk="1" fontAlgn="auto" hangingPunct="1">
              <a:spcAft>
                <a:spcPts val="0"/>
              </a:spcAft>
              <a:buClr>
                <a:schemeClr val="accent3"/>
              </a:buClr>
              <a:buFont typeface="Wingdings" pitchFamily="2" charset="2"/>
              <a:buNone/>
              <a:defRPr/>
            </a:pPr>
            <a:r>
              <a:rPr lang="zh-CN" altLang="en-US" sz="2400" b="1" dirty="0">
                <a:effectLst>
                  <a:outerShdw blurRad="38100" dist="38100" dir="2700000" algn="tl">
                    <a:srgbClr val="000000"/>
                  </a:outerShdw>
                </a:effectLst>
              </a:rPr>
              <a:t>④　用户屏幕（即实验出现在机器上的典型画面，且需要有适当的文字说明）：</a:t>
            </a:r>
          </a:p>
          <a:p>
            <a:pPr marL="533400" indent="-533400" eaLnBrk="1" fontAlgn="auto" hangingPunct="1">
              <a:spcAft>
                <a:spcPts val="0"/>
              </a:spcAft>
              <a:buClr>
                <a:schemeClr val="accent3"/>
              </a:buClr>
              <a:buFont typeface="Wingdings" pitchFamily="2" charset="2"/>
              <a:buNone/>
              <a:defRPr/>
            </a:pPr>
            <a:endParaRPr lang="zh-CN" altLang="en-US" sz="2400" b="1" dirty="0">
              <a:effectLst>
                <a:outerShdw blurRad="38100" dist="38100" dir="2700000" algn="tl">
                  <a:srgbClr val="000000"/>
                </a:outerShdw>
              </a:effectLst>
            </a:endParaRPr>
          </a:p>
          <a:p>
            <a:pPr marL="533400" indent="-533400" eaLnBrk="1" fontAlgn="auto" hangingPunct="1">
              <a:spcAft>
                <a:spcPts val="0"/>
              </a:spcAft>
              <a:buClr>
                <a:schemeClr val="accent3"/>
              </a:buClr>
              <a:buFont typeface="Wingdings" pitchFamily="2" charset="2"/>
              <a:buNone/>
              <a:defRPr/>
            </a:pPr>
            <a:r>
              <a:rPr lang="en-US" altLang="zh-CN" sz="2400" b="1" dirty="0">
                <a:effectLst>
                  <a:outerShdw blurRad="38100" dist="38100" dir="2700000" algn="tl">
                    <a:srgbClr val="000000"/>
                  </a:outerShdw>
                </a:effectLst>
              </a:rPr>
              <a:t>2. </a:t>
            </a:r>
            <a:r>
              <a:rPr lang="zh-CN" altLang="en-US" sz="2400" b="1" dirty="0">
                <a:effectLst>
                  <a:outerShdw blurRad="38100" dist="38100" dir="2700000" algn="tl">
                    <a:srgbClr val="000000"/>
                  </a:outerShdw>
                </a:effectLst>
              </a:rPr>
              <a:t>上交时间：根据具体要求  </a:t>
            </a:r>
            <a:r>
              <a:rPr lang="zh-CN" altLang="en-US" sz="2400" dirty="0"/>
              <a:t> </a:t>
            </a:r>
          </a:p>
        </p:txBody>
      </p:sp>
      <p:sp>
        <p:nvSpPr>
          <p:cNvPr id="9220" name="灯片编号占位符 6"/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 sz="2400">
                <a:solidFill>
                  <a:schemeClr val="tx1"/>
                </a:solidFill>
                <a:latin typeface="Times New Roman" pitchFamily="18" charset="0"/>
                <a:ea typeface="华文新魏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itchFamily="18" charset="0"/>
                <a:ea typeface="华文新魏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itchFamily="18" charset="0"/>
                <a:ea typeface="华文新魏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itchFamily="18" charset="0"/>
                <a:ea typeface="华文新魏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itchFamily="18" charset="0"/>
                <a:ea typeface="华文新魏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华文新魏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华文新魏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华文新魏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华文新魏" pitchFamily="2" charset="-122"/>
              </a:defRPr>
            </a:lvl9pPr>
          </a:lstStyle>
          <a:p>
            <a:fld id="{E585411C-4088-48FC-A908-6166A5AE1262}" type="slidenum">
              <a:rPr kumimoji="0" lang="zh-CN" altLang="en-US" sz="1800">
                <a:solidFill>
                  <a:srgbClr val="FFFFFF"/>
                </a:solidFill>
              </a:rPr>
              <a:pPr/>
              <a:t>1</a:t>
            </a:fld>
            <a:endParaRPr kumimoji="0" lang="en-US" altLang="zh-CN" sz="1800">
              <a:solidFill>
                <a:srgbClr val="FFFFFF"/>
              </a:solidFill>
            </a:endParaRPr>
          </a:p>
        </p:txBody>
      </p:sp>
      <p:sp>
        <p:nvSpPr>
          <p:cNvPr id="9221" name="Line 5"/>
          <p:cNvSpPr>
            <a:spLocks noChangeShapeType="1"/>
          </p:cNvSpPr>
          <p:nvPr/>
        </p:nvSpPr>
        <p:spPr bwMode="auto">
          <a:xfrm>
            <a:off x="533400" y="0"/>
            <a:ext cx="0" cy="6858000"/>
          </a:xfrm>
          <a:prstGeom prst="line">
            <a:avLst/>
          </a:prstGeom>
          <a:noFill/>
          <a:ln w="38100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9222" name="Line 5"/>
          <p:cNvSpPr>
            <a:spLocks noChangeShapeType="1"/>
          </p:cNvSpPr>
          <p:nvPr/>
        </p:nvSpPr>
        <p:spPr bwMode="auto">
          <a:xfrm>
            <a:off x="0" y="1844675"/>
            <a:ext cx="9144000" cy="0"/>
          </a:xfrm>
          <a:prstGeom prst="line">
            <a:avLst/>
          </a:prstGeom>
          <a:noFill/>
          <a:ln w="38100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18989379"/>
      </p:ext>
    </p:extLst>
  </p:cSld>
  <p:clrMapOvr>
    <a:masterClrMapping/>
  </p:clrMapOvr>
  <p:transition>
    <p:random/>
    <p:sndAc>
      <p:stSnd>
        <p:snd r:embed="rId2" name="projctor.wav"/>
      </p:stSnd>
    </p:sndAc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灯片编号占位符 6"/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ts val="300"/>
              </a:spcBef>
              <a:buClr>
                <a:srgbClr val="A04DA3"/>
              </a:buClr>
              <a:buFont typeface="Georgia" pitchFamily="18" charset="0"/>
              <a:buChar char="•"/>
              <a:defRPr sz="2800">
                <a:solidFill>
                  <a:schemeClr val="tx1"/>
                </a:solidFill>
                <a:latin typeface="Georgia" pitchFamily="18" charset="0"/>
              </a:defRPr>
            </a:lvl1pPr>
            <a:lvl2pPr marL="742950" indent="-285750">
              <a:spcBef>
                <a:spcPts val="300"/>
              </a:spcBef>
              <a:buClr>
                <a:schemeClr val="accent2"/>
              </a:buClr>
              <a:buFont typeface="Georgia" pitchFamily="18" charset="0"/>
              <a:buChar char="▫"/>
              <a:defRPr sz="2600">
                <a:solidFill>
                  <a:schemeClr val="accent2"/>
                </a:solidFill>
                <a:latin typeface="Georgia" pitchFamily="18" charset="0"/>
              </a:defRPr>
            </a:lvl2pPr>
            <a:lvl3pPr marL="1143000" indent="-228600">
              <a:spcBef>
                <a:spcPts val="300"/>
              </a:spcBef>
              <a:buClr>
                <a:schemeClr val="accent1"/>
              </a:buClr>
              <a:buFont typeface="Wingdings 2" pitchFamily="18" charset="2"/>
              <a:buChar char=""/>
              <a:defRPr sz="2400">
                <a:solidFill>
                  <a:schemeClr val="accent1"/>
                </a:solidFill>
                <a:latin typeface="Georgia" pitchFamily="18" charset="0"/>
              </a:defRPr>
            </a:lvl3pPr>
            <a:lvl4pPr marL="1600200" indent="-228600">
              <a:spcBef>
                <a:spcPts val="300"/>
              </a:spcBef>
              <a:buClr>
                <a:schemeClr val="accent1"/>
              </a:buClr>
              <a:buFont typeface="Wingdings 2" pitchFamily="18" charset="2"/>
              <a:buChar char=""/>
              <a:defRPr sz="2200">
                <a:solidFill>
                  <a:schemeClr val="accent1"/>
                </a:solidFill>
                <a:latin typeface="Georgia" pitchFamily="18" charset="0"/>
              </a:defRPr>
            </a:lvl4pPr>
            <a:lvl5pPr marL="2057400" indent="-228600">
              <a:spcBef>
                <a:spcPts val="300"/>
              </a:spcBef>
              <a:buClr>
                <a:srgbClr val="A04DA3"/>
              </a:buClr>
              <a:buFont typeface="Georgia" pitchFamily="18" charset="0"/>
              <a:buChar char="▫"/>
              <a:defRPr sz="2000">
                <a:solidFill>
                  <a:srgbClr val="A04DA3"/>
                </a:solidFill>
                <a:latin typeface="Georgia" pitchFamily="18" charset="0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rgbClr val="A04DA3"/>
              </a:buClr>
              <a:buFont typeface="Georgia" pitchFamily="18" charset="0"/>
              <a:buChar char="▫"/>
              <a:defRPr sz="2000">
                <a:solidFill>
                  <a:srgbClr val="A04DA3"/>
                </a:solidFill>
                <a:latin typeface="Georgia" pitchFamily="18" charset="0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rgbClr val="A04DA3"/>
              </a:buClr>
              <a:buFont typeface="Georgia" pitchFamily="18" charset="0"/>
              <a:buChar char="▫"/>
              <a:defRPr sz="2000">
                <a:solidFill>
                  <a:srgbClr val="A04DA3"/>
                </a:solidFill>
                <a:latin typeface="Georgia" pitchFamily="18" charset="0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rgbClr val="A04DA3"/>
              </a:buClr>
              <a:buFont typeface="Georgia" pitchFamily="18" charset="0"/>
              <a:buChar char="▫"/>
              <a:defRPr sz="2000">
                <a:solidFill>
                  <a:srgbClr val="A04DA3"/>
                </a:solidFill>
                <a:latin typeface="Georgia" pitchFamily="18" charset="0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rgbClr val="A04DA3"/>
              </a:buClr>
              <a:buFont typeface="Georgia" pitchFamily="18" charset="0"/>
              <a:buChar char="▫"/>
              <a:defRPr sz="2000">
                <a:solidFill>
                  <a:srgbClr val="A04DA3"/>
                </a:solidFill>
                <a:latin typeface="Georgia" pitchFamily="18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7D8AD5B5-9A1D-4D6A-B229-2BD8C2F2D620}" type="slidenum">
              <a:rPr lang="zh-CN" altLang="en-US" sz="1800">
                <a:solidFill>
                  <a:srgbClr val="FFFFFF"/>
                </a:solidFill>
                <a:latin typeface="Times New Roman" pitchFamily="18" charset="0"/>
              </a:rPr>
              <a:pPr>
                <a:spcBef>
                  <a:spcPct val="0"/>
                </a:spcBef>
                <a:buClrTx/>
                <a:buFontTx/>
                <a:buNone/>
              </a:pPr>
              <a:t>2</a:t>
            </a:fld>
            <a:endParaRPr lang="en-US" altLang="zh-CN" sz="1800">
              <a:solidFill>
                <a:srgbClr val="FFFFFF"/>
              </a:solidFill>
              <a:latin typeface="Times New Roman" pitchFamily="18" charset="0"/>
            </a:endParaRPr>
          </a:p>
        </p:txBody>
      </p:sp>
      <p:sp>
        <p:nvSpPr>
          <p:cNvPr id="552962" name="Rectangle 2">
            <a:extLst>
              <a:ext uri="{FF2B5EF4-FFF2-40B4-BE49-F238E27FC236}">
                <a16:creationId xmlns:a16="http://schemas.microsoft.com/office/drawing/2014/main" id="{E17FA2F6-4CA5-401D-8B1B-1E86DD6AFB6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685800" y="304800"/>
            <a:ext cx="7772400" cy="652463"/>
          </a:xfrm>
          <a:extLst>
            <a:ext uri="{91240B29-F687-4F45-9708-019B960494DF}">
              <a14:hiddenLine xmlns:a14="http://schemas.microsoft.com/office/drawing/2010/main" w="9525" cap="flat" cmpd="sng">
                <a:solidFill>
                  <a:schemeClr val="tx1"/>
                </a:solidFill>
                <a:prstDash val="solid"/>
                <a:miter lim="800000"/>
                <a:headEnd/>
                <a:tailEnd/>
              </a14:hiddenLine>
            </a:ext>
          </a:extLst>
        </p:spPr>
        <p:txBody>
          <a:bodyPr lIns="97332" tIns="48667" rIns="97332" bIns="48667" anchor="t">
            <a:spAutoFit/>
          </a:bodyPr>
          <a:lstStyle/>
          <a:p>
            <a:pPr defTabSz="966788" eaLnBrk="1" hangingPunct="1">
              <a:lnSpc>
                <a:spcPct val="90000"/>
              </a:lnSpc>
              <a:defRPr/>
            </a:pPr>
            <a:r>
              <a:rPr lang="zh-CN" altLang="en-US" b="1" dirty="0">
                <a:solidFill>
                  <a:schemeClr val="tx1">
                    <a:lumMod val="85000"/>
                    <a:lumOff val="15000"/>
                  </a:schemeClr>
                </a:solidFill>
                <a:latin typeface="华文新魏" pitchFamily="2" charset="-122"/>
                <a:ea typeface="华文新魏" pitchFamily="2" charset="-122"/>
              </a:rPr>
              <a:t>实验</a:t>
            </a:r>
            <a:r>
              <a:rPr lang="en-US" altLang="zh-CN" b="1" dirty="0">
                <a:solidFill>
                  <a:schemeClr val="tx1">
                    <a:lumMod val="85000"/>
                    <a:lumOff val="15000"/>
                  </a:schemeClr>
                </a:solidFill>
                <a:latin typeface="华文新魏" pitchFamily="2" charset="-122"/>
                <a:ea typeface="华文新魏" pitchFamily="2" charset="-122"/>
              </a:rPr>
              <a:t>1</a:t>
            </a:r>
            <a:r>
              <a:rPr lang="zh-CN" altLang="en-US" b="1" dirty="0">
                <a:solidFill>
                  <a:schemeClr val="tx1">
                    <a:lumMod val="85000"/>
                    <a:lumOff val="15000"/>
                  </a:schemeClr>
                </a:solidFill>
                <a:latin typeface="华文新魏" pitchFamily="2" charset="-122"/>
                <a:ea typeface="华文新魏" pitchFamily="2" charset="-122"/>
              </a:rPr>
              <a:t> </a:t>
            </a:r>
            <a:r>
              <a:rPr lang="en-US" altLang="zh-CN" b="1" dirty="0">
                <a:solidFill>
                  <a:schemeClr val="tx1">
                    <a:lumMod val="85000"/>
                    <a:lumOff val="15000"/>
                  </a:schemeClr>
                </a:solidFill>
                <a:latin typeface="华文新魏" pitchFamily="2" charset="-122"/>
                <a:ea typeface="华文新魏" pitchFamily="2" charset="-122"/>
              </a:rPr>
              <a:t>Linux</a:t>
            </a:r>
            <a:r>
              <a:rPr lang="zh-CN" altLang="en-US" b="1" dirty="0">
                <a:solidFill>
                  <a:schemeClr val="tx1">
                    <a:lumMod val="85000"/>
                    <a:lumOff val="15000"/>
                  </a:schemeClr>
                </a:solidFill>
                <a:latin typeface="华文新魏" pitchFamily="2" charset="-122"/>
                <a:ea typeface="华文新魏" pitchFamily="2" charset="-122"/>
              </a:rPr>
              <a:t>的基本操作</a:t>
            </a:r>
            <a:endParaRPr lang="zh-CN" altLang="en-US" sz="4800" b="1" dirty="0">
              <a:solidFill>
                <a:schemeClr val="tx1">
                  <a:lumMod val="85000"/>
                  <a:lumOff val="15000"/>
                </a:schemeClr>
              </a:solidFill>
              <a:latin typeface="Times New Roman" pitchFamily="18" charset="0"/>
              <a:ea typeface="华文新魏" pitchFamily="2" charset="-122"/>
            </a:endParaRPr>
          </a:p>
        </p:txBody>
      </p:sp>
      <p:sp>
        <p:nvSpPr>
          <p:cNvPr id="552963" name="Rectangle 3">
            <a:extLst>
              <a:ext uri="{FF2B5EF4-FFF2-40B4-BE49-F238E27FC236}">
                <a16:creationId xmlns:a16="http://schemas.microsoft.com/office/drawing/2014/main" id="{01A20D1C-FC93-4CCE-B8B5-E339B6D5CAB4}"/>
              </a:ext>
            </a:extLst>
          </p:cNvPr>
          <p:cNvSpPr>
            <a:spLocks noGrp="1" noChangeArrowheads="1"/>
          </p:cNvSpPr>
          <p:nvPr>
            <p:ph type="body" sz="half" idx="1"/>
          </p:nvPr>
        </p:nvSpPr>
        <p:spPr>
          <a:xfrm>
            <a:off x="762000" y="1655763"/>
            <a:ext cx="8077200" cy="3933825"/>
          </a:xfrm>
          <a:extLst>
            <a:ext uri="{91240B29-F687-4F45-9708-019B960494DF}">
              <a14:hiddenLine xmlns:a14="http://schemas.microsoft.com/office/drawing/2010/main" w="9525" cap="flat" cmpd="sng">
                <a:solidFill>
                  <a:schemeClr val="tx1"/>
                </a:solidFill>
                <a:prstDash val="solid"/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marL="457200" indent="-457200" algn="just" eaLnBrk="1" hangingPunct="1">
              <a:lnSpc>
                <a:spcPts val="4200"/>
              </a:lnSpc>
              <a:spcBef>
                <a:spcPct val="30000"/>
              </a:spcBef>
              <a:buClr>
                <a:schemeClr val="tx2"/>
              </a:buClr>
              <a:buSzPct val="75000"/>
              <a:buFont typeface="Wingdings" pitchFamily="2" charset="2"/>
              <a:buNone/>
              <a:defRPr/>
            </a:pPr>
            <a:r>
              <a:rPr lang="zh-CN" altLang="en-US" sz="2400" b="1" dirty="0">
                <a:effectLst>
                  <a:outerShdw blurRad="38100" dist="38100" dir="2700000" algn="tl">
                    <a:srgbClr val="000000"/>
                  </a:outerShdw>
                </a:effectLst>
                <a:latin typeface="宋体" pitchFamily="2" charset="-122"/>
              </a:rPr>
              <a:t>一、</a:t>
            </a:r>
            <a:r>
              <a:rPr lang="zh-CN" altLang="en-US" sz="2200" b="1" dirty="0">
                <a:effectLst>
                  <a:outerShdw blurRad="38100" dist="38100" dir="2700000" algn="tl">
                    <a:srgbClr val="000000"/>
                  </a:outerShdw>
                </a:effectLst>
                <a:latin typeface="宋体" pitchFamily="2" charset="-122"/>
              </a:rPr>
              <a:t>实验目的</a:t>
            </a:r>
            <a:endParaRPr lang="zh-CN" altLang="en-US" sz="2200" b="1" dirty="0">
              <a:effectLst>
                <a:outerShdw blurRad="38100" dist="38100" dir="2700000" algn="tl">
                  <a:srgbClr val="000000"/>
                </a:outerShdw>
              </a:effectLst>
              <a:latin typeface="宋体" pitchFamily="2" charset="-122"/>
              <a:cs typeface="Courier New" pitchFamily="49" charset="0"/>
            </a:endParaRPr>
          </a:p>
          <a:p>
            <a:pPr marL="457200" indent="-457200" algn="just" eaLnBrk="1" hangingPunct="1">
              <a:lnSpc>
                <a:spcPts val="4200"/>
              </a:lnSpc>
              <a:spcBef>
                <a:spcPct val="30000"/>
              </a:spcBef>
              <a:buClr>
                <a:schemeClr val="tx1"/>
              </a:buClr>
              <a:buSzPct val="75000"/>
              <a:buFont typeface="Wingdings" pitchFamily="2" charset="2"/>
              <a:buAutoNum type="arabicPeriod"/>
              <a:defRPr/>
            </a:pPr>
            <a:r>
              <a:rPr lang="zh-CN" altLang="en-US" sz="2200" b="1" dirty="0">
                <a:effectLst>
                  <a:outerShdw blurRad="38100" dist="38100" dir="2700000" algn="tl">
                    <a:srgbClr val="000000"/>
                  </a:outerShdw>
                </a:effectLst>
                <a:latin typeface="宋体" pitchFamily="2" charset="-122"/>
              </a:rPr>
              <a:t>了解</a:t>
            </a:r>
            <a:r>
              <a:rPr lang="en-US" altLang="zh-CN" sz="2200" b="1" dirty="0">
                <a:effectLst>
                  <a:outerShdw blurRad="38100" dist="38100" dir="2700000" algn="tl">
                    <a:srgbClr val="000000"/>
                  </a:outerShdw>
                </a:effectLst>
                <a:latin typeface="宋体" pitchFamily="2" charset="-122"/>
              </a:rPr>
              <a:t>Linux</a:t>
            </a:r>
            <a:r>
              <a:rPr lang="zh-CN" altLang="en-US" sz="2200" b="1" dirty="0">
                <a:effectLst>
                  <a:outerShdw blurRad="38100" dist="38100" dir="2700000" algn="tl">
                    <a:srgbClr val="000000"/>
                  </a:outerShdw>
                </a:effectLst>
                <a:latin typeface="宋体" pitchFamily="2" charset="-122"/>
              </a:rPr>
              <a:t>的文件系统结构</a:t>
            </a:r>
          </a:p>
          <a:p>
            <a:pPr marL="457200" indent="-457200" algn="just" eaLnBrk="1" hangingPunct="1">
              <a:lnSpc>
                <a:spcPts val="4200"/>
              </a:lnSpc>
              <a:spcBef>
                <a:spcPct val="30000"/>
              </a:spcBef>
              <a:buClr>
                <a:schemeClr val="tx1"/>
              </a:buClr>
              <a:buSzPct val="75000"/>
              <a:buFont typeface="Wingdings" pitchFamily="2" charset="2"/>
              <a:buAutoNum type="arabicPeriod"/>
              <a:defRPr/>
            </a:pPr>
            <a:r>
              <a:rPr lang="zh-CN" altLang="en-US" sz="2200" b="1" dirty="0">
                <a:effectLst>
                  <a:outerShdw blurRad="38100" dist="38100" dir="2700000" algn="tl">
                    <a:srgbClr val="000000"/>
                  </a:outerShdw>
                </a:effectLst>
                <a:latin typeface="宋体" pitchFamily="2" charset="-122"/>
              </a:rPr>
              <a:t>掌握</a:t>
            </a:r>
            <a:r>
              <a:rPr lang="en-US" altLang="zh-CN" sz="2200" b="1" dirty="0">
                <a:effectLst>
                  <a:outerShdw blurRad="38100" dist="38100" dir="2700000" algn="tl">
                    <a:srgbClr val="000000"/>
                  </a:outerShdw>
                </a:effectLst>
                <a:latin typeface="宋体" pitchFamily="2" charset="-122"/>
              </a:rPr>
              <a:t>Linux</a:t>
            </a:r>
            <a:r>
              <a:rPr lang="zh-CN" altLang="en-US" sz="2200" b="1" dirty="0">
                <a:effectLst>
                  <a:outerShdw blurRad="38100" dist="38100" dir="2700000" algn="tl">
                    <a:srgbClr val="000000"/>
                  </a:outerShdw>
                </a:effectLst>
                <a:latin typeface="宋体" pitchFamily="2" charset="-122"/>
              </a:rPr>
              <a:t>的基本操作命令</a:t>
            </a:r>
            <a:endParaRPr lang="en-US" altLang="zh-CN" sz="2200" b="1" dirty="0">
              <a:effectLst>
                <a:outerShdw blurRad="38100" dist="38100" dir="2700000" algn="tl">
                  <a:srgbClr val="000000"/>
                </a:outerShdw>
              </a:effectLst>
              <a:latin typeface="宋体" pitchFamily="2" charset="-122"/>
            </a:endParaRPr>
          </a:p>
          <a:p>
            <a:pPr marL="457200" indent="-457200" algn="just" eaLnBrk="1" hangingPunct="1">
              <a:lnSpc>
                <a:spcPts val="4200"/>
              </a:lnSpc>
              <a:spcBef>
                <a:spcPct val="30000"/>
              </a:spcBef>
              <a:buClr>
                <a:schemeClr val="tx1"/>
              </a:buClr>
              <a:buSzPct val="75000"/>
              <a:buFont typeface="Wingdings" pitchFamily="2" charset="2"/>
              <a:buAutoNum type="arabicPeriod"/>
              <a:defRPr/>
            </a:pPr>
            <a:r>
              <a:rPr lang="zh-CN" altLang="en-US" sz="2200" b="1" dirty="0">
                <a:effectLst>
                  <a:outerShdw blurRad="38100" dist="38100" dir="2700000" algn="tl">
                    <a:srgbClr val="000000"/>
                  </a:outerShdw>
                </a:effectLst>
                <a:latin typeface="宋体" pitchFamily="2" charset="-122"/>
              </a:rPr>
              <a:t>掌握</a:t>
            </a:r>
            <a:r>
              <a:rPr lang="en-US" altLang="zh-CN" sz="2200" b="1" dirty="0">
                <a:effectLst>
                  <a:outerShdw blurRad="38100" dist="38100" dir="2700000" algn="tl">
                    <a:srgbClr val="000000"/>
                  </a:outerShdw>
                </a:effectLst>
                <a:latin typeface="宋体" pitchFamily="2" charset="-122"/>
              </a:rPr>
              <a:t>Linux</a:t>
            </a:r>
            <a:r>
              <a:rPr lang="zh-CN" altLang="en-US" sz="2200" b="1" dirty="0">
                <a:effectLst>
                  <a:outerShdw blurRad="38100" dist="38100" dir="2700000" algn="tl">
                    <a:srgbClr val="000000"/>
                  </a:outerShdw>
                </a:effectLst>
                <a:latin typeface="宋体" pitchFamily="2" charset="-122"/>
              </a:rPr>
              <a:t>部分基本工具的使用（</a:t>
            </a:r>
            <a:r>
              <a:rPr lang="en-US" altLang="zh-CN" sz="2200" b="1" dirty="0" err="1">
                <a:effectLst>
                  <a:outerShdw blurRad="38100" dist="38100" dir="2700000" algn="tl">
                    <a:srgbClr val="000000"/>
                  </a:outerShdw>
                </a:effectLst>
                <a:latin typeface="宋体" pitchFamily="2" charset="-122"/>
              </a:rPr>
              <a:t>nano</a:t>
            </a:r>
            <a:r>
              <a:rPr lang="zh-CN" altLang="en-US" sz="2200" b="1" dirty="0">
                <a:effectLst>
                  <a:outerShdw blurRad="38100" dist="38100" dir="2700000" algn="tl">
                    <a:srgbClr val="000000"/>
                  </a:outerShdw>
                </a:effectLst>
                <a:latin typeface="宋体" pitchFamily="2" charset="-122"/>
              </a:rPr>
              <a:t>、</a:t>
            </a:r>
            <a:r>
              <a:rPr lang="en-US" altLang="zh-CN" sz="2200" b="1" dirty="0">
                <a:effectLst>
                  <a:outerShdw blurRad="38100" dist="38100" dir="2700000" algn="tl">
                    <a:srgbClr val="000000"/>
                  </a:outerShdw>
                </a:effectLst>
                <a:latin typeface="宋体" pitchFamily="2" charset="-122"/>
              </a:rPr>
              <a:t>tar</a:t>
            </a:r>
            <a:r>
              <a:rPr lang="zh-CN" altLang="en-US" sz="2200" b="1" dirty="0">
                <a:effectLst>
                  <a:outerShdw blurRad="38100" dist="38100" dir="2700000" algn="tl">
                    <a:srgbClr val="000000"/>
                  </a:outerShdw>
                </a:effectLst>
                <a:latin typeface="宋体" pitchFamily="2" charset="-122"/>
              </a:rPr>
              <a:t>和</a:t>
            </a:r>
            <a:r>
              <a:rPr lang="en-US" altLang="zh-CN" sz="2200" b="1" dirty="0" err="1">
                <a:effectLst>
                  <a:outerShdw blurRad="38100" dist="38100" dir="2700000" algn="tl">
                    <a:srgbClr val="000000"/>
                  </a:outerShdw>
                </a:effectLst>
                <a:latin typeface="宋体" pitchFamily="2" charset="-122"/>
              </a:rPr>
              <a:t>gzip</a:t>
            </a:r>
            <a:r>
              <a:rPr lang="zh-CN" altLang="en-US" sz="2200" b="1" dirty="0">
                <a:effectLst>
                  <a:outerShdw blurRad="38100" dist="38100" dir="2700000" algn="tl">
                    <a:srgbClr val="000000"/>
                  </a:outerShdw>
                </a:effectLst>
                <a:latin typeface="宋体" pitchFamily="2" charset="-122"/>
              </a:rPr>
              <a:t>）</a:t>
            </a:r>
          </a:p>
          <a:p>
            <a:pPr marL="457200" indent="-457200" algn="just" eaLnBrk="1" hangingPunct="1">
              <a:lnSpc>
                <a:spcPts val="4200"/>
              </a:lnSpc>
              <a:spcBef>
                <a:spcPct val="30000"/>
              </a:spcBef>
              <a:buClr>
                <a:schemeClr val="tx1"/>
              </a:buClr>
              <a:buSzPct val="75000"/>
              <a:buFont typeface="Wingdings" pitchFamily="2" charset="2"/>
              <a:buAutoNum type="arabicPeriod"/>
              <a:defRPr/>
            </a:pPr>
            <a:r>
              <a:rPr lang="zh-CN" altLang="en-US" sz="2200" b="1" dirty="0">
                <a:effectLst>
                  <a:outerShdw blurRad="38100" dist="38100" dir="2700000" algn="tl">
                    <a:srgbClr val="000000"/>
                  </a:outerShdw>
                </a:effectLst>
                <a:latin typeface="宋体" pitchFamily="2" charset="-122"/>
              </a:rPr>
              <a:t>熟悉</a:t>
            </a:r>
            <a:r>
              <a:rPr lang="en-US" altLang="zh-CN" sz="2200" b="1" dirty="0">
                <a:effectLst>
                  <a:outerShdw blurRad="38100" dist="38100" dir="2700000" algn="tl">
                    <a:srgbClr val="000000"/>
                  </a:outerShdw>
                </a:effectLst>
                <a:latin typeface="宋体" pitchFamily="2" charset="-122"/>
              </a:rPr>
              <a:t>Linux</a:t>
            </a:r>
            <a:r>
              <a:rPr lang="zh-CN" altLang="en-US" sz="2200" b="1" dirty="0">
                <a:effectLst>
                  <a:outerShdw blurRad="38100" dist="38100" dir="2700000" algn="tl">
                    <a:srgbClr val="000000"/>
                  </a:outerShdw>
                </a:effectLst>
                <a:latin typeface="宋体" pitchFamily="2" charset="-122"/>
              </a:rPr>
              <a:t>下的</a:t>
            </a:r>
            <a:r>
              <a:rPr lang="en-US" altLang="zh-CN" sz="2200" b="1" dirty="0">
                <a:effectLst>
                  <a:outerShdw blurRad="38100" dist="38100" dir="2700000" algn="tl">
                    <a:srgbClr val="000000"/>
                  </a:outerShdw>
                </a:effectLst>
                <a:latin typeface="宋体" pitchFamily="2" charset="-122"/>
              </a:rPr>
              <a:t>C</a:t>
            </a:r>
            <a:r>
              <a:rPr lang="zh-CN" altLang="en-US" sz="2200" b="1" dirty="0">
                <a:effectLst>
                  <a:outerShdw blurRad="38100" dist="38100" dir="2700000" algn="tl">
                    <a:srgbClr val="000000"/>
                  </a:outerShdw>
                </a:effectLst>
                <a:latin typeface="宋体" pitchFamily="2" charset="-122"/>
              </a:rPr>
              <a:t>语言编译链接环境</a:t>
            </a:r>
          </a:p>
          <a:p>
            <a:pPr marL="457200" indent="-457200" algn="just" eaLnBrk="1" hangingPunct="1">
              <a:lnSpc>
                <a:spcPts val="4200"/>
              </a:lnSpc>
              <a:spcBef>
                <a:spcPct val="30000"/>
              </a:spcBef>
              <a:buClr>
                <a:schemeClr val="tx2"/>
              </a:buClr>
              <a:buSzPct val="75000"/>
              <a:buFont typeface="Wingdings" pitchFamily="2" charset="2"/>
              <a:buNone/>
              <a:defRPr/>
            </a:pPr>
            <a:r>
              <a:rPr lang="zh-CN" altLang="en-US" sz="2200" b="1" dirty="0">
                <a:effectLst>
                  <a:outerShdw blurRad="38100" dist="38100" dir="2700000" algn="tl">
                    <a:srgbClr val="000000"/>
                  </a:outerShdw>
                </a:effectLst>
                <a:latin typeface="宋体" pitchFamily="2" charset="-122"/>
              </a:rPr>
              <a:t>二、实验环境</a:t>
            </a:r>
            <a:endParaRPr lang="zh-CN" altLang="en-US" sz="2200" b="1" dirty="0">
              <a:effectLst>
                <a:outerShdw blurRad="38100" dist="38100" dir="2700000" algn="tl">
                  <a:srgbClr val="000000"/>
                </a:outerShdw>
              </a:effectLst>
              <a:latin typeface="宋体" pitchFamily="2" charset="-122"/>
              <a:cs typeface="Courier New" pitchFamily="49" charset="0"/>
            </a:endParaRPr>
          </a:p>
          <a:p>
            <a:pPr marL="457200" indent="-457200" algn="just" eaLnBrk="1" hangingPunct="1">
              <a:lnSpc>
                <a:spcPts val="4200"/>
              </a:lnSpc>
              <a:spcBef>
                <a:spcPct val="30000"/>
              </a:spcBef>
              <a:buClr>
                <a:schemeClr val="tx1"/>
              </a:buClr>
              <a:buSzPct val="75000"/>
              <a:buFont typeface="Wingdings" pitchFamily="2" charset="2"/>
              <a:buAutoNum type="arabicPeriod"/>
              <a:defRPr/>
            </a:pPr>
            <a:r>
              <a:rPr lang="en-US" altLang="zh-CN" sz="2200" b="1" dirty="0">
                <a:effectLst>
                  <a:outerShdw blurRad="38100" dist="38100" dir="2700000" algn="tl">
                    <a:srgbClr val="000000"/>
                  </a:outerShdw>
                </a:effectLst>
                <a:latin typeface="宋体" pitchFamily="2" charset="-122"/>
              </a:rPr>
              <a:t>Ubuntu 12.4</a:t>
            </a:r>
            <a:r>
              <a:rPr lang="zh-CN" altLang="en-US" sz="2200" b="1" dirty="0">
                <a:effectLst>
                  <a:outerShdw blurRad="38100" dist="38100" dir="2700000" algn="tl">
                    <a:srgbClr val="000000"/>
                  </a:outerShdw>
                </a:effectLst>
                <a:latin typeface="宋体" pitchFamily="2" charset="-122"/>
              </a:rPr>
              <a:t>（</a:t>
            </a:r>
            <a:r>
              <a:rPr lang="en-US" altLang="zh-CN" sz="2200" b="1" dirty="0">
                <a:effectLst>
                  <a:outerShdw blurRad="38100" dist="38100" dir="2700000" algn="tl">
                    <a:srgbClr val="000000"/>
                  </a:outerShdw>
                </a:effectLst>
                <a:latin typeface="宋体" pitchFamily="2" charset="-122"/>
              </a:rPr>
              <a:t>32</a:t>
            </a:r>
            <a:r>
              <a:rPr lang="zh-CN" altLang="en-US" sz="2200" b="1" dirty="0">
                <a:effectLst>
                  <a:outerShdw blurRad="38100" dist="38100" dir="2700000" algn="tl">
                    <a:srgbClr val="000000"/>
                  </a:outerShdw>
                </a:effectLst>
                <a:latin typeface="宋体" pitchFamily="2" charset="-122"/>
              </a:rPr>
              <a:t>位，简体中文）</a:t>
            </a:r>
            <a:endParaRPr lang="zh-CN" altLang="en-US" sz="2200" b="1" dirty="0">
              <a:effectLst>
                <a:outerShdw blurRad="38100" dist="38100" dir="2700000" algn="tl">
                  <a:srgbClr val="000000"/>
                </a:outerShdw>
              </a:effectLst>
              <a:latin typeface="宋体" pitchFamily="2" charset="-122"/>
              <a:cs typeface="Courier New" pitchFamily="49" charset="0"/>
            </a:endParaRPr>
          </a:p>
        </p:txBody>
      </p:sp>
      <p:sp>
        <p:nvSpPr>
          <p:cNvPr id="7173" name="Line 4"/>
          <p:cNvSpPr>
            <a:spLocks noChangeShapeType="1"/>
          </p:cNvSpPr>
          <p:nvPr/>
        </p:nvSpPr>
        <p:spPr bwMode="auto">
          <a:xfrm>
            <a:off x="0" y="1143000"/>
            <a:ext cx="9144000" cy="0"/>
          </a:xfrm>
          <a:prstGeom prst="line">
            <a:avLst/>
          </a:prstGeom>
          <a:noFill/>
          <a:ln w="38100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7174" name="Line 5"/>
          <p:cNvSpPr>
            <a:spLocks noChangeShapeType="1"/>
          </p:cNvSpPr>
          <p:nvPr/>
        </p:nvSpPr>
        <p:spPr bwMode="auto">
          <a:xfrm>
            <a:off x="533400" y="0"/>
            <a:ext cx="0" cy="6858000"/>
          </a:xfrm>
          <a:prstGeom prst="line">
            <a:avLst/>
          </a:prstGeom>
          <a:noFill/>
          <a:ln w="38100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67298598"/>
      </p:ext>
    </p:extLst>
  </p:cSld>
  <p:clrMapOvr>
    <a:masterClrMapping/>
  </p:clrMapOvr>
  <p:transition>
    <p:random/>
    <p:sndAc>
      <p:stSnd>
        <p:snd r:embed="rId2" name="projctor.wav"/>
      </p:stSnd>
    </p:sndAc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灯片编号占位符 6"/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ts val="300"/>
              </a:spcBef>
              <a:buClr>
                <a:srgbClr val="A04DA3"/>
              </a:buClr>
              <a:buFont typeface="Georgia" pitchFamily="18" charset="0"/>
              <a:buChar char="•"/>
              <a:defRPr sz="2800">
                <a:solidFill>
                  <a:schemeClr val="tx1"/>
                </a:solidFill>
                <a:latin typeface="Georgia" pitchFamily="18" charset="0"/>
              </a:defRPr>
            </a:lvl1pPr>
            <a:lvl2pPr marL="742950" indent="-285750">
              <a:spcBef>
                <a:spcPts val="300"/>
              </a:spcBef>
              <a:buClr>
                <a:schemeClr val="accent2"/>
              </a:buClr>
              <a:buFont typeface="Georgia" pitchFamily="18" charset="0"/>
              <a:buChar char="▫"/>
              <a:defRPr sz="2600">
                <a:solidFill>
                  <a:schemeClr val="accent2"/>
                </a:solidFill>
                <a:latin typeface="Georgia" pitchFamily="18" charset="0"/>
              </a:defRPr>
            </a:lvl2pPr>
            <a:lvl3pPr marL="1143000" indent="-228600">
              <a:spcBef>
                <a:spcPts val="300"/>
              </a:spcBef>
              <a:buClr>
                <a:schemeClr val="accent1"/>
              </a:buClr>
              <a:buFont typeface="Wingdings 2" pitchFamily="18" charset="2"/>
              <a:buChar char=""/>
              <a:defRPr sz="2400">
                <a:solidFill>
                  <a:schemeClr val="accent1"/>
                </a:solidFill>
                <a:latin typeface="Georgia" pitchFamily="18" charset="0"/>
              </a:defRPr>
            </a:lvl3pPr>
            <a:lvl4pPr marL="1600200" indent="-228600">
              <a:spcBef>
                <a:spcPts val="300"/>
              </a:spcBef>
              <a:buClr>
                <a:schemeClr val="accent1"/>
              </a:buClr>
              <a:buFont typeface="Wingdings 2" pitchFamily="18" charset="2"/>
              <a:buChar char=""/>
              <a:defRPr sz="2200">
                <a:solidFill>
                  <a:schemeClr val="accent1"/>
                </a:solidFill>
                <a:latin typeface="Georgia" pitchFamily="18" charset="0"/>
              </a:defRPr>
            </a:lvl4pPr>
            <a:lvl5pPr marL="2057400" indent="-228600">
              <a:spcBef>
                <a:spcPts val="300"/>
              </a:spcBef>
              <a:buClr>
                <a:srgbClr val="A04DA3"/>
              </a:buClr>
              <a:buFont typeface="Georgia" pitchFamily="18" charset="0"/>
              <a:buChar char="▫"/>
              <a:defRPr sz="2000">
                <a:solidFill>
                  <a:srgbClr val="A04DA3"/>
                </a:solidFill>
                <a:latin typeface="Georgia" pitchFamily="18" charset="0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rgbClr val="A04DA3"/>
              </a:buClr>
              <a:buFont typeface="Georgia" pitchFamily="18" charset="0"/>
              <a:buChar char="▫"/>
              <a:defRPr sz="2000">
                <a:solidFill>
                  <a:srgbClr val="A04DA3"/>
                </a:solidFill>
                <a:latin typeface="Georgia" pitchFamily="18" charset="0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rgbClr val="A04DA3"/>
              </a:buClr>
              <a:buFont typeface="Georgia" pitchFamily="18" charset="0"/>
              <a:buChar char="▫"/>
              <a:defRPr sz="2000">
                <a:solidFill>
                  <a:srgbClr val="A04DA3"/>
                </a:solidFill>
                <a:latin typeface="Georgia" pitchFamily="18" charset="0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rgbClr val="A04DA3"/>
              </a:buClr>
              <a:buFont typeface="Georgia" pitchFamily="18" charset="0"/>
              <a:buChar char="▫"/>
              <a:defRPr sz="2000">
                <a:solidFill>
                  <a:srgbClr val="A04DA3"/>
                </a:solidFill>
                <a:latin typeface="Georgia" pitchFamily="18" charset="0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rgbClr val="A04DA3"/>
              </a:buClr>
              <a:buFont typeface="Georgia" pitchFamily="18" charset="0"/>
              <a:buChar char="▫"/>
              <a:defRPr sz="2000">
                <a:solidFill>
                  <a:srgbClr val="A04DA3"/>
                </a:solidFill>
                <a:latin typeface="Georgia" pitchFamily="18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CA70E97B-51E7-4CE9-958C-670ADF0B453D}" type="slidenum">
              <a:rPr lang="zh-CN" altLang="en-US" sz="1800">
                <a:solidFill>
                  <a:srgbClr val="FFFFFF"/>
                </a:solidFill>
                <a:latin typeface="Times New Roman" pitchFamily="18" charset="0"/>
              </a:rPr>
              <a:pPr>
                <a:spcBef>
                  <a:spcPct val="0"/>
                </a:spcBef>
                <a:buClrTx/>
                <a:buFontTx/>
                <a:buNone/>
              </a:pPr>
              <a:t>3</a:t>
            </a:fld>
            <a:endParaRPr lang="en-US" altLang="zh-CN" sz="1800">
              <a:solidFill>
                <a:srgbClr val="FFFFFF"/>
              </a:solidFill>
              <a:latin typeface="Times New Roman" pitchFamily="18" charset="0"/>
            </a:endParaRPr>
          </a:p>
        </p:txBody>
      </p:sp>
      <p:sp>
        <p:nvSpPr>
          <p:cNvPr id="552962" name="Rectangle 2">
            <a:extLst>
              <a:ext uri="{FF2B5EF4-FFF2-40B4-BE49-F238E27FC236}">
                <a16:creationId xmlns:a16="http://schemas.microsoft.com/office/drawing/2014/main" id="{D2F4DA1F-2240-4BE7-ABA1-A96720483FA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685800" y="304800"/>
            <a:ext cx="7772400" cy="652463"/>
          </a:xfrm>
          <a:extLst>
            <a:ext uri="{91240B29-F687-4F45-9708-019B960494DF}">
              <a14:hiddenLine xmlns:a14="http://schemas.microsoft.com/office/drawing/2010/main" w="9525" cap="flat" cmpd="sng">
                <a:solidFill>
                  <a:schemeClr val="tx1"/>
                </a:solidFill>
                <a:prstDash val="solid"/>
                <a:miter lim="800000"/>
                <a:headEnd/>
                <a:tailEnd/>
              </a14:hiddenLine>
            </a:ext>
          </a:extLst>
        </p:spPr>
        <p:txBody>
          <a:bodyPr lIns="97332" tIns="48667" rIns="97332" bIns="48667" anchor="t">
            <a:spAutoFit/>
          </a:bodyPr>
          <a:lstStyle/>
          <a:p>
            <a:pPr defTabSz="966788" eaLnBrk="1" hangingPunct="1">
              <a:lnSpc>
                <a:spcPct val="90000"/>
              </a:lnSpc>
              <a:defRPr/>
            </a:pPr>
            <a:r>
              <a:rPr lang="zh-CN" altLang="en-US" b="1" dirty="0">
                <a:solidFill>
                  <a:schemeClr val="tx1">
                    <a:lumMod val="85000"/>
                    <a:lumOff val="15000"/>
                  </a:schemeClr>
                </a:solidFill>
                <a:latin typeface="华文新魏" pitchFamily="2" charset="-122"/>
                <a:ea typeface="华文新魏" pitchFamily="2" charset="-122"/>
              </a:rPr>
              <a:t>实验</a:t>
            </a:r>
            <a:r>
              <a:rPr lang="en-US" altLang="zh-CN" b="1" dirty="0">
                <a:solidFill>
                  <a:schemeClr val="tx1">
                    <a:lumMod val="85000"/>
                    <a:lumOff val="15000"/>
                  </a:schemeClr>
                </a:solidFill>
                <a:latin typeface="华文新魏" pitchFamily="2" charset="-122"/>
                <a:ea typeface="华文新魏" pitchFamily="2" charset="-122"/>
              </a:rPr>
              <a:t>1</a:t>
            </a:r>
            <a:r>
              <a:rPr lang="zh-CN" altLang="en-US" b="1" dirty="0">
                <a:solidFill>
                  <a:schemeClr val="tx1">
                    <a:lumMod val="85000"/>
                    <a:lumOff val="15000"/>
                  </a:schemeClr>
                </a:solidFill>
                <a:latin typeface="华文新魏" pitchFamily="2" charset="-122"/>
                <a:ea typeface="华文新魏" pitchFamily="2" charset="-122"/>
              </a:rPr>
              <a:t> </a:t>
            </a:r>
            <a:r>
              <a:rPr lang="en-US" altLang="zh-CN" b="1" dirty="0">
                <a:solidFill>
                  <a:schemeClr val="tx1">
                    <a:lumMod val="85000"/>
                    <a:lumOff val="15000"/>
                  </a:schemeClr>
                </a:solidFill>
                <a:latin typeface="华文新魏" pitchFamily="2" charset="-122"/>
                <a:ea typeface="华文新魏" pitchFamily="2" charset="-122"/>
              </a:rPr>
              <a:t>Linux</a:t>
            </a:r>
            <a:r>
              <a:rPr lang="zh-CN" altLang="en-US" b="1" dirty="0">
                <a:solidFill>
                  <a:schemeClr val="tx1">
                    <a:lumMod val="85000"/>
                    <a:lumOff val="15000"/>
                  </a:schemeClr>
                </a:solidFill>
                <a:latin typeface="华文新魏" pitchFamily="2" charset="-122"/>
                <a:ea typeface="华文新魏" pitchFamily="2" charset="-122"/>
              </a:rPr>
              <a:t>的基本操作</a:t>
            </a:r>
            <a:endParaRPr lang="zh-CN" altLang="en-US" sz="4800" b="1" dirty="0">
              <a:solidFill>
                <a:schemeClr val="tx1">
                  <a:lumMod val="85000"/>
                  <a:lumOff val="15000"/>
                </a:schemeClr>
              </a:solidFill>
              <a:latin typeface="Times New Roman" pitchFamily="18" charset="0"/>
              <a:ea typeface="华文新魏" pitchFamily="2" charset="-122"/>
            </a:endParaRPr>
          </a:p>
        </p:txBody>
      </p:sp>
      <p:sp>
        <p:nvSpPr>
          <p:cNvPr id="552963" name="Rectangle 3">
            <a:extLst>
              <a:ext uri="{FF2B5EF4-FFF2-40B4-BE49-F238E27FC236}">
                <a16:creationId xmlns:a16="http://schemas.microsoft.com/office/drawing/2014/main" id="{505EF11B-2346-4901-8761-983DEB5B4B9F}"/>
              </a:ext>
            </a:extLst>
          </p:cNvPr>
          <p:cNvSpPr>
            <a:spLocks noGrp="1" noChangeArrowheads="1"/>
          </p:cNvSpPr>
          <p:nvPr>
            <p:ph type="body" sz="half" idx="1"/>
          </p:nvPr>
        </p:nvSpPr>
        <p:spPr>
          <a:xfrm>
            <a:off x="755650" y="1557338"/>
            <a:ext cx="7848600" cy="4968875"/>
          </a:xfrm>
          <a:extLst>
            <a:ext uri="{91240B29-F687-4F45-9708-019B960494DF}">
              <a14:hiddenLine xmlns:a14="http://schemas.microsoft.com/office/drawing/2010/main" w="9525" cap="flat" cmpd="sng">
                <a:solidFill>
                  <a:schemeClr val="tx1"/>
                </a:solidFill>
                <a:prstDash val="solid"/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marL="457200" indent="-457200" algn="just" eaLnBrk="1" hangingPunct="1">
              <a:lnSpc>
                <a:spcPts val="4200"/>
              </a:lnSpc>
              <a:spcBef>
                <a:spcPct val="30000"/>
              </a:spcBef>
              <a:buClr>
                <a:schemeClr val="tx2"/>
              </a:buClr>
              <a:buSzPct val="75000"/>
              <a:buFont typeface="Wingdings" pitchFamily="2" charset="2"/>
              <a:buNone/>
              <a:defRPr/>
            </a:pPr>
            <a:r>
              <a:rPr lang="zh-CN" altLang="en-US" sz="2400" b="1" dirty="0">
                <a:effectLst>
                  <a:outerShdw blurRad="38100" dist="38100" dir="2700000" algn="tl">
                    <a:srgbClr val="000000"/>
                  </a:outerShdw>
                </a:effectLst>
                <a:latin typeface="宋体" pitchFamily="2" charset="-122"/>
              </a:rPr>
              <a:t>三、</a:t>
            </a:r>
            <a:r>
              <a:rPr lang="zh-CN" altLang="en-US" sz="2200" b="1" dirty="0">
                <a:effectLst>
                  <a:outerShdw blurRad="38100" dist="38100" dir="2700000" algn="tl">
                    <a:srgbClr val="000000"/>
                  </a:outerShdw>
                </a:effectLst>
                <a:latin typeface="宋体" pitchFamily="2" charset="-122"/>
              </a:rPr>
              <a:t>实验内容</a:t>
            </a:r>
            <a:endParaRPr lang="zh-CN" altLang="en-US" sz="2200" b="1" dirty="0">
              <a:effectLst>
                <a:outerShdw blurRad="38100" dist="38100" dir="2700000" algn="tl">
                  <a:srgbClr val="000000"/>
                </a:outerShdw>
              </a:effectLst>
              <a:latin typeface="宋体" pitchFamily="2" charset="-122"/>
              <a:cs typeface="Courier New" pitchFamily="49" charset="0"/>
            </a:endParaRPr>
          </a:p>
          <a:p>
            <a:pPr marL="457200" indent="-457200" algn="just" eaLnBrk="1" hangingPunct="1">
              <a:lnSpc>
                <a:spcPts val="4200"/>
              </a:lnSpc>
              <a:spcBef>
                <a:spcPct val="30000"/>
              </a:spcBef>
              <a:buClr>
                <a:schemeClr val="tx1"/>
              </a:buClr>
              <a:buSzPct val="100000"/>
              <a:buFont typeface="Wingdings" pitchFamily="2" charset="2"/>
              <a:buAutoNum type="arabicPeriod"/>
              <a:defRPr/>
            </a:pPr>
            <a:r>
              <a:rPr lang="zh-CN" altLang="en-US" sz="2200" b="1" dirty="0">
                <a:effectLst>
                  <a:outerShdw blurRad="38100" dist="38100" dir="2700000" algn="tl">
                    <a:srgbClr val="000000"/>
                  </a:outerShdw>
                </a:effectLst>
                <a:latin typeface="宋体" pitchFamily="2" charset="-122"/>
              </a:rPr>
              <a:t>列出根（</a:t>
            </a:r>
            <a:r>
              <a:rPr lang="en-US" altLang="zh-CN" sz="2200" b="1" dirty="0">
                <a:effectLst>
                  <a:outerShdw blurRad="38100" dist="38100" dir="2700000" algn="tl">
                    <a:srgbClr val="000000"/>
                  </a:outerShdw>
                </a:effectLst>
                <a:latin typeface="宋体" pitchFamily="2" charset="-122"/>
              </a:rPr>
              <a:t>/</a:t>
            </a:r>
            <a:r>
              <a:rPr lang="zh-CN" altLang="en-US" sz="2200" b="1" dirty="0">
                <a:effectLst>
                  <a:outerShdw blurRad="38100" dist="38100" dir="2700000" algn="tl">
                    <a:srgbClr val="000000"/>
                  </a:outerShdw>
                </a:effectLst>
                <a:latin typeface="宋体" pitchFamily="2" charset="-122"/>
              </a:rPr>
              <a:t>）下的文件清单，解释其中五个目录</a:t>
            </a:r>
            <a:r>
              <a:rPr lang="en-US" altLang="zh-CN" sz="2200" b="1" dirty="0">
                <a:effectLst>
                  <a:outerShdw blurRad="38100" dist="38100" dir="2700000" algn="tl">
                    <a:srgbClr val="000000"/>
                  </a:outerShdw>
                </a:effectLst>
                <a:latin typeface="宋体" pitchFamily="2" charset="-122"/>
              </a:rPr>
              <a:t>/bin</a:t>
            </a:r>
            <a:r>
              <a:rPr lang="zh-CN" altLang="en-US" sz="2200" b="1" dirty="0">
                <a:effectLst>
                  <a:outerShdw blurRad="38100" dist="38100" dir="2700000" algn="tl">
                    <a:srgbClr val="000000"/>
                  </a:outerShdw>
                </a:effectLst>
                <a:latin typeface="宋体" pitchFamily="2" charset="-122"/>
              </a:rPr>
              <a:t>、</a:t>
            </a:r>
            <a:r>
              <a:rPr lang="en-US" altLang="zh-CN" sz="2200" b="1" dirty="0">
                <a:effectLst>
                  <a:outerShdw blurRad="38100" dist="38100" dir="2700000" algn="tl">
                    <a:srgbClr val="000000"/>
                  </a:outerShdw>
                </a:effectLst>
                <a:latin typeface="宋体" pitchFamily="2" charset="-122"/>
              </a:rPr>
              <a:t>/</a:t>
            </a:r>
            <a:r>
              <a:rPr lang="en-US" altLang="zh-CN" sz="2200" b="1" dirty="0" err="1">
                <a:effectLst>
                  <a:outerShdw blurRad="38100" dist="38100" dir="2700000" algn="tl">
                    <a:srgbClr val="000000"/>
                  </a:outerShdw>
                </a:effectLst>
                <a:latin typeface="宋体" pitchFamily="2" charset="-122"/>
              </a:rPr>
              <a:t>etc</a:t>
            </a:r>
            <a:r>
              <a:rPr lang="zh-CN" altLang="en-US" sz="2200" b="1" dirty="0">
                <a:effectLst>
                  <a:outerShdw blurRad="38100" dist="38100" dir="2700000" algn="tl">
                    <a:srgbClr val="000000"/>
                  </a:outerShdw>
                </a:effectLst>
                <a:latin typeface="宋体" pitchFamily="2" charset="-122"/>
              </a:rPr>
              <a:t>、</a:t>
            </a:r>
            <a:r>
              <a:rPr lang="en-US" altLang="zh-CN" sz="2200" b="1" dirty="0">
                <a:effectLst>
                  <a:outerShdw blurRad="38100" dist="38100" dir="2700000" algn="tl">
                    <a:srgbClr val="000000"/>
                  </a:outerShdw>
                </a:effectLst>
                <a:latin typeface="宋体" pitchFamily="2" charset="-122"/>
              </a:rPr>
              <a:t>/home</a:t>
            </a:r>
            <a:r>
              <a:rPr lang="zh-CN" altLang="en-US" sz="2200" b="1" dirty="0">
                <a:effectLst>
                  <a:outerShdw blurRad="38100" dist="38100" dir="2700000" algn="tl">
                    <a:srgbClr val="000000"/>
                  </a:outerShdw>
                </a:effectLst>
                <a:latin typeface="宋体" pitchFamily="2" charset="-122"/>
              </a:rPr>
              <a:t>、</a:t>
            </a:r>
            <a:r>
              <a:rPr lang="en-US" altLang="zh-CN" sz="2200" b="1" dirty="0">
                <a:effectLst>
                  <a:outerShdw blurRad="38100" dist="38100" dir="2700000" algn="tl">
                    <a:srgbClr val="000000"/>
                  </a:outerShdw>
                </a:effectLst>
                <a:latin typeface="宋体" pitchFamily="2" charset="-122"/>
              </a:rPr>
              <a:t>/</a:t>
            </a:r>
            <a:r>
              <a:rPr lang="en-US" altLang="zh-CN" sz="2200" b="1" dirty="0" err="1">
                <a:effectLst>
                  <a:outerShdw blurRad="38100" dist="38100" dir="2700000" algn="tl">
                    <a:srgbClr val="000000"/>
                  </a:outerShdw>
                </a:effectLst>
                <a:latin typeface="宋体" pitchFamily="2" charset="-122"/>
              </a:rPr>
              <a:t>dev</a:t>
            </a:r>
            <a:r>
              <a:rPr lang="zh-CN" altLang="en-US" sz="2200" b="1" dirty="0">
                <a:effectLst>
                  <a:outerShdw blurRad="38100" dist="38100" dir="2700000" algn="tl">
                    <a:srgbClr val="000000"/>
                  </a:outerShdw>
                </a:effectLst>
                <a:latin typeface="宋体" pitchFamily="2" charset="-122"/>
              </a:rPr>
              <a:t>、</a:t>
            </a:r>
            <a:r>
              <a:rPr lang="en-US" altLang="zh-CN" sz="2200" b="1" dirty="0">
                <a:effectLst>
                  <a:outerShdw blurRad="38100" dist="38100" dir="2700000" algn="tl">
                    <a:srgbClr val="000000"/>
                  </a:outerShdw>
                </a:effectLst>
                <a:latin typeface="宋体" pitchFamily="2" charset="-122"/>
              </a:rPr>
              <a:t>/</a:t>
            </a:r>
            <a:r>
              <a:rPr lang="en-US" altLang="zh-CN" sz="2200" b="1" dirty="0" err="1">
                <a:effectLst>
                  <a:outerShdw blurRad="38100" dist="38100" dir="2700000" algn="tl">
                    <a:srgbClr val="000000"/>
                  </a:outerShdw>
                </a:effectLst>
                <a:latin typeface="宋体" pitchFamily="2" charset="-122"/>
              </a:rPr>
              <a:t>mnt</a:t>
            </a:r>
            <a:r>
              <a:rPr lang="zh-CN" altLang="en-US" sz="2200" b="1" dirty="0">
                <a:effectLst>
                  <a:outerShdw blurRad="38100" dist="38100" dir="2700000" algn="tl">
                    <a:srgbClr val="000000"/>
                  </a:outerShdw>
                </a:effectLst>
                <a:latin typeface="宋体" pitchFamily="2" charset="-122"/>
              </a:rPr>
              <a:t>的意义。</a:t>
            </a:r>
          </a:p>
          <a:p>
            <a:pPr marL="457200" indent="-457200" algn="just" eaLnBrk="1" hangingPunct="1">
              <a:lnSpc>
                <a:spcPts val="4200"/>
              </a:lnSpc>
              <a:spcBef>
                <a:spcPct val="30000"/>
              </a:spcBef>
              <a:buClr>
                <a:schemeClr val="tx1"/>
              </a:buClr>
              <a:buSzPct val="100000"/>
              <a:buFont typeface="Wingdings" pitchFamily="2" charset="2"/>
              <a:buAutoNum type="arabicPeriod"/>
              <a:defRPr/>
            </a:pPr>
            <a:r>
              <a:rPr lang="zh-CN" altLang="en-US" sz="2200" b="1" dirty="0">
                <a:effectLst>
                  <a:outerShdw blurRad="38100" dist="38100" dir="2700000" algn="tl">
                    <a:srgbClr val="000000"/>
                  </a:outerShdw>
                </a:effectLst>
                <a:latin typeface="宋体" pitchFamily="2" charset="-122"/>
              </a:rPr>
              <a:t>在当前用户目录（</a:t>
            </a:r>
            <a:r>
              <a:rPr lang="en-US" altLang="zh-CN" sz="2200" b="1" dirty="0">
                <a:effectLst>
                  <a:outerShdw blurRad="38100" dist="38100" dir="2700000" algn="tl">
                    <a:srgbClr val="000000"/>
                  </a:outerShdw>
                </a:effectLst>
                <a:latin typeface="宋体" pitchFamily="2" charset="-122"/>
              </a:rPr>
              <a:t>/home/</a:t>
            </a:r>
            <a:r>
              <a:rPr lang="en-US" altLang="zh-CN" sz="2200" b="1" dirty="0" err="1">
                <a:effectLst>
                  <a:outerShdw blurRad="38100" dist="38100" dir="2700000" algn="tl">
                    <a:srgbClr val="000000"/>
                  </a:outerShdw>
                </a:effectLst>
                <a:latin typeface="宋体" pitchFamily="2" charset="-122"/>
              </a:rPr>
              <a:t>osstudy</a:t>
            </a:r>
            <a:r>
              <a:rPr lang="zh-CN" altLang="en-US" sz="2200" b="1" dirty="0">
                <a:effectLst>
                  <a:outerShdw blurRad="38100" dist="38100" dir="2700000" algn="tl">
                    <a:srgbClr val="000000"/>
                  </a:outerShdw>
                </a:effectLst>
                <a:latin typeface="宋体" pitchFamily="2" charset="-122"/>
              </a:rPr>
              <a:t>）下建立目录</a:t>
            </a:r>
            <a:r>
              <a:rPr lang="en-US" altLang="zh-CN" sz="2200" b="1" dirty="0">
                <a:effectLst>
                  <a:outerShdw blurRad="38100" dist="38100" dir="2700000" algn="tl">
                    <a:srgbClr val="000000"/>
                  </a:outerShdw>
                </a:effectLst>
                <a:latin typeface="宋体" pitchFamily="2" charset="-122"/>
              </a:rPr>
              <a:t>A</a:t>
            </a:r>
            <a:r>
              <a:rPr lang="zh-CN" altLang="en-US" sz="2200" b="1" dirty="0">
                <a:effectLst>
                  <a:outerShdw blurRad="38100" dist="38100" dir="2700000" algn="tl">
                    <a:srgbClr val="000000"/>
                  </a:outerShdw>
                </a:effectLst>
                <a:latin typeface="宋体" pitchFamily="2" charset="-122"/>
              </a:rPr>
              <a:t>和目录</a:t>
            </a:r>
            <a:r>
              <a:rPr lang="en-US" altLang="zh-CN" sz="2200" b="1" dirty="0">
                <a:effectLst>
                  <a:outerShdw blurRad="38100" dist="38100" dir="2700000" algn="tl">
                    <a:srgbClr val="000000"/>
                  </a:outerShdw>
                </a:effectLst>
                <a:latin typeface="宋体" pitchFamily="2" charset="-122"/>
              </a:rPr>
              <a:t>bin</a:t>
            </a:r>
            <a:r>
              <a:rPr lang="zh-CN" altLang="en-US" sz="2200" b="1" dirty="0">
                <a:effectLst>
                  <a:outerShdw blurRad="38100" dist="38100" dir="2700000" algn="tl">
                    <a:srgbClr val="000000"/>
                  </a:outerShdw>
                </a:effectLst>
                <a:latin typeface="宋体" pitchFamily="2" charset="-122"/>
              </a:rPr>
              <a:t>。</a:t>
            </a:r>
            <a:endParaRPr lang="en-US" altLang="zh-CN" sz="2200" b="1" dirty="0">
              <a:effectLst>
                <a:outerShdw blurRad="38100" dist="38100" dir="2700000" algn="tl">
                  <a:srgbClr val="000000"/>
                </a:outerShdw>
              </a:effectLst>
              <a:latin typeface="宋体" pitchFamily="2" charset="-122"/>
            </a:endParaRPr>
          </a:p>
          <a:p>
            <a:pPr marL="457200" indent="-457200" algn="just" eaLnBrk="1" hangingPunct="1">
              <a:lnSpc>
                <a:spcPts val="4200"/>
              </a:lnSpc>
              <a:spcBef>
                <a:spcPct val="30000"/>
              </a:spcBef>
              <a:buClr>
                <a:schemeClr val="tx1"/>
              </a:buClr>
              <a:buSzPct val="100000"/>
              <a:buFont typeface="Wingdings" pitchFamily="2" charset="2"/>
              <a:buAutoNum type="arabicPeriod"/>
              <a:defRPr/>
            </a:pPr>
            <a:r>
              <a:rPr lang="zh-CN" altLang="en-US" sz="2200" b="1" dirty="0">
                <a:effectLst>
                  <a:outerShdw blurRad="38100" dist="38100" dir="2700000" algn="tl">
                    <a:srgbClr val="000000"/>
                  </a:outerShdw>
                </a:effectLst>
                <a:latin typeface="宋体" pitchFamily="2" charset="-122"/>
              </a:rPr>
              <a:t>利用</a:t>
            </a:r>
            <a:r>
              <a:rPr lang="en-US" altLang="zh-CN" sz="2200" b="1" dirty="0" err="1">
                <a:effectLst>
                  <a:outerShdw blurRad="38100" dist="38100" dir="2700000" algn="tl">
                    <a:srgbClr val="000000"/>
                  </a:outerShdw>
                </a:effectLst>
                <a:latin typeface="宋体" pitchFamily="2" charset="-122"/>
              </a:rPr>
              <a:t>nano</a:t>
            </a:r>
            <a:r>
              <a:rPr lang="zh-CN" altLang="en-US" sz="2200" b="1" dirty="0">
                <a:effectLst>
                  <a:outerShdw blurRad="38100" dist="38100" dir="2700000" algn="tl">
                    <a:srgbClr val="000000"/>
                  </a:outerShdw>
                </a:effectLst>
                <a:latin typeface="宋体" pitchFamily="2" charset="-122"/>
              </a:rPr>
              <a:t>，在</a:t>
            </a:r>
            <a:r>
              <a:rPr lang="en-US" altLang="zh-CN" sz="2200" b="1" dirty="0">
                <a:effectLst>
                  <a:outerShdw blurRad="38100" dist="38100" dir="2700000" algn="tl">
                    <a:srgbClr val="000000"/>
                  </a:outerShdw>
                </a:effectLst>
                <a:latin typeface="宋体" pitchFamily="2" charset="-122"/>
              </a:rPr>
              <a:t>A</a:t>
            </a:r>
            <a:r>
              <a:rPr lang="zh-CN" altLang="en-US" sz="2200" b="1" dirty="0">
                <a:effectLst>
                  <a:outerShdw blurRad="38100" dist="38100" dir="2700000" algn="tl">
                    <a:srgbClr val="000000"/>
                  </a:outerShdw>
                </a:effectLst>
                <a:latin typeface="宋体" pitchFamily="2" charset="-122"/>
              </a:rPr>
              <a:t>目录下建立文件</a:t>
            </a:r>
            <a:r>
              <a:rPr lang="en-US" altLang="zh-CN" sz="2200" b="1" dirty="0" err="1">
                <a:effectLst>
                  <a:outerShdw blurRad="38100" dist="38100" dir="2700000" algn="tl">
                    <a:srgbClr val="000000"/>
                  </a:outerShdw>
                </a:effectLst>
                <a:latin typeface="宋体" pitchFamily="2" charset="-122"/>
              </a:rPr>
              <a:t>sum.c</a:t>
            </a:r>
            <a:r>
              <a:rPr lang="zh-CN" altLang="en-US" sz="2200" b="1" dirty="0">
                <a:effectLst>
                  <a:outerShdw blurRad="38100" dist="38100" dir="2700000" algn="tl">
                    <a:srgbClr val="000000"/>
                  </a:outerShdw>
                </a:effectLst>
                <a:latin typeface="宋体" pitchFamily="2" charset="-122"/>
              </a:rPr>
              <a:t>，并编辑其内容。（</a:t>
            </a:r>
            <a:r>
              <a:rPr lang="en-US" altLang="zh-CN" sz="2200" b="1" dirty="0" err="1">
                <a:effectLst>
                  <a:outerShdw blurRad="38100" dist="38100" dir="2700000" algn="tl">
                    <a:srgbClr val="000000"/>
                  </a:outerShdw>
                </a:effectLst>
                <a:latin typeface="宋体" pitchFamily="2" charset="-122"/>
              </a:rPr>
              <a:t>sum.c</a:t>
            </a:r>
            <a:r>
              <a:rPr lang="zh-CN" altLang="en-US" sz="2200" b="1" dirty="0">
                <a:effectLst>
                  <a:outerShdw blurRad="38100" dist="38100" dir="2700000" algn="tl">
                    <a:srgbClr val="000000"/>
                  </a:outerShdw>
                </a:effectLst>
                <a:latin typeface="宋体" pitchFamily="2" charset="-122"/>
              </a:rPr>
              <a:t>的内容为一</a:t>
            </a:r>
            <a:r>
              <a:rPr lang="en-US" altLang="zh-CN" sz="2200" b="1" dirty="0">
                <a:effectLst>
                  <a:outerShdw blurRad="38100" dist="38100" dir="2700000" algn="tl">
                    <a:srgbClr val="000000"/>
                  </a:outerShdw>
                </a:effectLst>
                <a:latin typeface="宋体" pitchFamily="2" charset="-122"/>
              </a:rPr>
              <a:t>C</a:t>
            </a:r>
            <a:r>
              <a:rPr lang="zh-CN" altLang="en-US" sz="2200" b="1" dirty="0">
                <a:effectLst>
                  <a:outerShdw blurRad="38100" dist="38100" dir="2700000" algn="tl">
                    <a:srgbClr val="000000"/>
                  </a:outerShdw>
                </a:effectLst>
                <a:latin typeface="宋体" pitchFamily="2" charset="-122"/>
              </a:rPr>
              <a:t>语言程序：提示用户输入整型数</a:t>
            </a:r>
            <a:r>
              <a:rPr lang="en-US" altLang="zh-CN" sz="2200" b="1" dirty="0">
                <a:effectLst>
                  <a:outerShdw blurRad="38100" dist="38100" dir="2700000" algn="tl">
                    <a:srgbClr val="000000"/>
                  </a:outerShdw>
                </a:effectLst>
                <a:latin typeface="宋体" pitchFamily="2" charset="-122"/>
              </a:rPr>
              <a:t>n</a:t>
            </a:r>
            <a:r>
              <a:rPr lang="zh-CN" altLang="en-US" sz="2200" b="1" dirty="0">
                <a:effectLst>
                  <a:outerShdw blurRad="38100" dist="38100" dir="2700000" algn="tl">
                    <a:srgbClr val="000000"/>
                  </a:outerShdw>
                </a:effectLst>
                <a:latin typeface="宋体" pitchFamily="2" charset="-122"/>
              </a:rPr>
              <a:t>，然后输出从</a:t>
            </a:r>
            <a:r>
              <a:rPr lang="en-US" altLang="zh-CN" sz="2200" b="1" dirty="0">
                <a:effectLst>
                  <a:outerShdw blurRad="38100" dist="38100" dir="2700000" algn="tl">
                    <a:srgbClr val="000000"/>
                  </a:outerShdw>
                </a:effectLst>
                <a:latin typeface="宋体" pitchFamily="2" charset="-122"/>
              </a:rPr>
              <a:t>1</a:t>
            </a:r>
            <a:r>
              <a:rPr lang="zh-CN" altLang="en-US" sz="2200" b="1" dirty="0">
                <a:effectLst>
                  <a:outerShdw blurRad="38100" dist="38100" dir="2700000" algn="tl">
                    <a:srgbClr val="000000"/>
                  </a:outerShdw>
                </a:effectLst>
                <a:latin typeface="宋体" pitchFamily="2" charset="-122"/>
              </a:rPr>
              <a:t>到</a:t>
            </a:r>
            <a:r>
              <a:rPr lang="en-US" altLang="zh-CN" sz="2200" b="1" dirty="0">
                <a:effectLst>
                  <a:outerShdw blurRad="38100" dist="38100" dir="2700000" algn="tl">
                    <a:srgbClr val="000000"/>
                  </a:outerShdw>
                </a:effectLst>
                <a:latin typeface="宋体" pitchFamily="2" charset="-122"/>
              </a:rPr>
              <a:t>n</a:t>
            </a:r>
            <a:r>
              <a:rPr lang="zh-CN" altLang="en-US" sz="2200" b="1" dirty="0">
                <a:effectLst>
                  <a:outerShdw blurRad="38100" dist="38100" dir="2700000" algn="tl">
                    <a:srgbClr val="000000"/>
                  </a:outerShdw>
                </a:effectLst>
                <a:latin typeface="宋体" pitchFamily="2" charset="-122"/>
              </a:rPr>
              <a:t>的所有整数的和。）</a:t>
            </a:r>
            <a:endParaRPr lang="en-US" altLang="zh-CN" sz="2200" b="1" dirty="0">
              <a:effectLst>
                <a:outerShdw blurRad="38100" dist="38100" dir="2700000" algn="tl">
                  <a:srgbClr val="000000"/>
                </a:outerShdw>
              </a:effectLst>
              <a:latin typeface="宋体" pitchFamily="2" charset="-122"/>
            </a:endParaRPr>
          </a:p>
          <a:p>
            <a:pPr marL="457200" indent="-457200" algn="just" eaLnBrk="1" hangingPunct="1">
              <a:lnSpc>
                <a:spcPts val="4200"/>
              </a:lnSpc>
              <a:spcBef>
                <a:spcPct val="30000"/>
              </a:spcBef>
              <a:buClr>
                <a:schemeClr val="tx1"/>
              </a:buClr>
              <a:buSzPct val="100000"/>
              <a:buFont typeface="Wingdings" pitchFamily="2" charset="2"/>
              <a:buAutoNum type="arabicPeriod"/>
              <a:defRPr/>
            </a:pPr>
            <a:r>
              <a:rPr lang="zh-CN" altLang="en-US" sz="2200" b="1" dirty="0">
                <a:effectLst>
                  <a:outerShdw blurRad="38100" dist="38100" dir="2700000" algn="tl">
                    <a:srgbClr val="000000"/>
                  </a:outerShdw>
                </a:effectLst>
                <a:latin typeface="宋体" pitchFamily="2" charset="-122"/>
                <a:cs typeface="Courier New" pitchFamily="49" charset="0"/>
              </a:rPr>
              <a:t>退出</a:t>
            </a:r>
            <a:r>
              <a:rPr lang="en-US" altLang="zh-CN" sz="2200" b="1" dirty="0" err="1">
                <a:effectLst>
                  <a:outerShdw blurRad="38100" dist="38100" dir="2700000" algn="tl">
                    <a:srgbClr val="000000"/>
                  </a:outerShdw>
                </a:effectLst>
                <a:latin typeface="宋体" pitchFamily="2" charset="-122"/>
                <a:cs typeface="Courier New" pitchFamily="49" charset="0"/>
              </a:rPr>
              <a:t>nano</a:t>
            </a:r>
            <a:r>
              <a:rPr lang="zh-CN" altLang="en-US" sz="2200" b="1" dirty="0">
                <a:effectLst>
                  <a:outerShdw blurRad="38100" dist="38100" dir="2700000" algn="tl">
                    <a:srgbClr val="000000"/>
                  </a:outerShdw>
                </a:effectLst>
                <a:latin typeface="宋体" pitchFamily="2" charset="-122"/>
                <a:cs typeface="Courier New" pitchFamily="49" charset="0"/>
              </a:rPr>
              <a:t>，并在控制台显示</a:t>
            </a:r>
            <a:r>
              <a:rPr lang="en-US" altLang="zh-CN" sz="2200" b="1" dirty="0" err="1">
                <a:effectLst>
                  <a:outerShdw blurRad="38100" dist="38100" dir="2700000" algn="tl">
                    <a:srgbClr val="000000"/>
                  </a:outerShdw>
                </a:effectLst>
                <a:latin typeface="宋体" pitchFamily="2" charset="-122"/>
                <a:cs typeface="Courier New" pitchFamily="49" charset="0"/>
              </a:rPr>
              <a:t>sum.c</a:t>
            </a:r>
            <a:r>
              <a:rPr lang="zh-CN" altLang="en-US" sz="2200" b="1" dirty="0">
                <a:effectLst>
                  <a:outerShdw blurRad="38100" dist="38100" dir="2700000" algn="tl">
                    <a:srgbClr val="000000"/>
                  </a:outerShdw>
                </a:effectLst>
                <a:latin typeface="宋体" pitchFamily="2" charset="-122"/>
                <a:cs typeface="Courier New" pitchFamily="49" charset="0"/>
              </a:rPr>
              <a:t>的内容。</a:t>
            </a:r>
          </a:p>
        </p:txBody>
      </p:sp>
      <p:sp>
        <p:nvSpPr>
          <p:cNvPr id="8197" name="Line 4"/>
          <p:cNvSpPr>
            <a:spLocks noChangeShapeType="1"/>
          </p:cNvSpPr>
          <p:nvPr/>
        </p:nvSpPr>
        <p:spPr bwMode="auto">
          <a:xfrm>
            <a:off x="0" y="1143000"/>
            <a:ext cx="9144000" cy="0"/>
          </a:xfrm>
          <a:prstGeom prst="line">
            <a:avLst/>
          </a:prstGeom>
          <a:noFill/>
          <a:ln w="38100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8198" name="Line 5"/>
          <p:cNvSpPr>
            <a:spLocks noChangeShapeType="1"/>
          </p:cNvSpPr>
          <p:nvPr/>
        </p:nvSpPr>
        <p:spPr bwMode="auto">
          <a:xfrm>
            <a:off x="533400" y="0"/>
            <a:ext cx="0" cy="6858000"/>
          </a:xfrm>
          <a:prstGeom prst="line">
            <a:avLst/>
          </a:prstGeom>
          <a:noFill/>
          <a:ln w="38100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93291205"/>
      </p:ext>
    </p:extLst>
  </p:cSld>
  <p:clrMapOvr>
    <a:masterClrMapping/>
  </p:clrMapOvr>
  <p:transition>
    <p:random/>
    <p:sndAc>
      <p:stSnd>
        <p:snd r:embed="rId2" name="projctor.wav"/>
      </p:stSnd>
    </p:sndAc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灯片编号占位符 6"/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ts val="300"/>
              </a:spcBef>
              <a:buClr>
                <a:srgbClr val="A04DA3"/>
              </a:buClr>
              <a:buFont typeface="Georgia" pitchFamily="18" charset="0"/>
              <a:buChar char="•"/>
              <a:defRPr sz="2800">
                <a:solidFill>
                  <a:schemeClr val="tx1"/>
                </a:solidFill>
                <a:latin typeface="Georgia" pitchFamily="18" charset="0"/>
              </a:defRPr>
            </a:lvl1pPr>
            <a:lvl2pPr marL="742950" indent="-285750">
              <a:spcBef>
                <a:spcPts val="300"/>
              </a:spcBef>
              <a:buClr>
                <a:schemeClr val="accent2"/>
              </a:buClr>
              <a:buFont typeface="Georgia" pitchFamily="18" charset="0"/>
              <a:buChar char="▫"/>
              <a:defRPr sz="2600">
                <a:solidFill>
                  <a:schemeClr val="accent2"/>
                </a:solidFill>
                <a:latin typeface="Georgia" pitchFamily="18" charset="0"/>
              </a:defRPr>
            </a:lvl2pPr>
            <a:lvl3pPr marL="1143000" indent="-228600">
              <a:spcBef>
                <a:spcPts val="300"/>
              </a:spcBef>
              <a:buClr>
                <a:schemeClr val="accent1"/>
              </a:buClr>
              <a:buFont typeface="Wingdings 2" pitchFamily="18" charset="2"/>
              <a:buChar char=""/>
              <a:defRPr sz="2400">
                <a:solidFill>
                  <a:schemeClr val="accent1"/>
                </a:solidFill>
                <a:latin typeface="Georgia" pitchFamily="18" charset="0"/>
              </a:defRPr>
            </a:lvl3pPr>
            <a:lvl4pPr marL="1600200" indent="-228600">
              <a:spcBef>
                <a:spcPts val="300"/>
              </a:spcBef>
              <a:buClr>
                <a:schemeClr val="accent1"/>
              </a:buClr>
              <a:buFont typeface="Wingdings 2" pitchFamily="18" charset="2"/>
              <a:buChar char=""/>
              <a:defRPr sz="2200">
                <a:solidFill>
                  <a:schemeClr val="accent1"/>
                </a:solidFill>
                <a:latin typeface="Georgia" pitchFamily="18" charset="0"/>
              </a:defRPr>
            </a:lvl4pPr>
            <a:lvl5pPr marL="2057400" indent="-228600">
              <a:spcBef>
                <a:spcPts val="300"/>
              </a:spcBef>
              <a:buClr>
                <a:srgbClr val="A04DA3"/>
              </a:buClr>
              <a:buFont typeface="Georgia" pitchFamily="18" charset="0"/>
              <a:buChar char="▫"/>
              <a:defRPr sz="2000">
                <a:solidFill>
                  <a:srgbClr val="A04DA3"/>
                </a:solidFill>
                <a:latin typeface="Georgia" pitchFamily="18" charset="0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rgbClr val="A04DA3"/>
              </a:buClr>
              <a:buFont typeface="Georgia" pitchFamily="18" charset="0"/>
              <a:buChar char="▫"/>
              <a:defRPr sz="2000">
                <a:solidFill>
                  <a:srgbClr val="A04DA3"/>
                </a:solidFill>
                <a:latin typeface="Georgia" pitchFamily="18" charset="0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rgbClr val="A04DA3"/>
              </a:buClr>
              <a:buFont typeface="Georgia" pitchFamily="18" charset="0"/>
              <a:buChar char="▫"/>
              <a:defRPr sz="2000">
                <a:solidFill>
                  <a:srgbClr val="A04DA3"/>
                </a:solidFill>
                <a:latin typeface="Georgia" pitchFamily="18" charset="0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rgbClr val="A04DA3"/>
              </a:buClr>
              <a:buFont typeface="Georgia" pitchFamily="18" charset="0"/>
              <a:buChar char="▫"/>
              <a:defRPr sz="2000">
                <a:solidFill>
                  <a:srgbClr val="A04DA3"/>
                </a:solidFill>
                <a:latin typeface="Georgia" pitchFamily="18" charset="0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rgbClr val="A04DA3"/>
              </a:buClr>
              <a:buFont typeface="Georgia" pitchFamily="18" charset="0"/>
              <a:buChar char="▫"/>
              <a:defRPr sz="2000">
                <a:solidFill>
                  <a:srgbClr val="A04DA3"/>
                </a:solidFill>
                <a:latin typeface="Georgia" pitchFamily="18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5F8D85A9-1575-49F5-8D71-E58C3F09B6C1}" type="slidenum">
              <a:rPr lang="zh-CN" altLang="en-US" sz="1800">
                <a:solidFill>
                  <a:srgbClr val="FFFFFF"/>
                </a:solidFill>
                <a:latin typeface="Times New Roman" pitchFamily="18" charset="0"/>
              </a:rPr>
              <a:pPr>
                <a:spcBef>
                  <a:spcPct val="0"/>
                </a:spcBef>
                <a:buClrTx/>
                <a:buFontTx/>
                <a:buNone/>
              </a:pPr>
              <a:t>4</a:t>
            </a:fld>
            <a:endParaRPr lang="en-US" altLang="zh-CN" sz="1800">
              <a:solidFill>
                <a:srgbClr val="FFFFFF"/>
              </a:solidFill>
              <a:latin typeface="Times New Roman" pitchFamily="18" charset="0"/>
            </a:endParaRPr>
          </a:p>
        </p:txBody>
      </p:sp>
      <p:sp>
        <p:nvSpPr>
          <p:cNvPr id="552962" name="Rectangle 2">
            <a:extLst>
              <a:ext uri="{FF2B5EF4-FFF2-40B4-BE49-F238E27FC236}">
                <a16:creationId xmlns:a16="http://schemas.microsoft.com/office/drawing/2014/main" id="{8F709456-ED84-4353-A25B-B658EF951E1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685800" y="304800"/>
            <a:ext cx="7772400" cy="652463"/>
          </a:xfrm>
          <a:extLst>
            <a:ext uri="{91240B29-F687-4F45-9708-019B960494DF}">
              <a14:hiddenLine xmlns:a14="http://schemas.microsoft.com/office/drawing/2010/main" w="9525" cap="flat" cmpd="sng">
                <a:solidFill>
                  <a:schemeClr val="tx1"/>
                </a:solidFill>
                <a:prstDash val="solid"/>
                <a:miter lim="800000"/>
                <a:headEnd/>
                <a:tailEnd/>
              </a14:hiddenLine>
            </a:ext>
          </a:extLst>
        </p:spPr>
        <p:txBody>
          <a:bodyPr lIns="97332" tIns="48667" rIns="97332" bIns="48667" anchor="t">
            <a:spAutoFit/>
          </a:bodyPr>
          <a:lstStyle/>
          <a:p>
            <a:pPr defTabSz="966788" eaLnBrk="1" hangingPunct="1">
              <a:lnSpc>
                <a:spcPct val="90000"/>
              </a:lnSpc>
              <a:defRPr/>
            </a:pPr>
            <a:r>
              <a:rPr lang="zh-CN" altLang="en-US" b="1" dirty="0">
                <a:solidFill>
                  <a:schemeClr val="tx1">
                    <a:lumMod val="85000"/>
                    <a:lumOff val="15000"/>
                  </a:schemeClr>
                </a:solidFill>
                <a:latin typeface="华文新魏" pitchFamily="2" charset="-122"/>
                <a:ea typeface="华文新魏" pitchFamily="2" charset="-122"/>
              </a:rPr>
              <a:t>实验</a:t>
            </a:r>
            <a:r>
              <a:rPr lang="en-US" altLang="zh-CN" b="1" dirty="0">
                <a:solidFill>
                  <a:schemeClr val="tx1">
                    <a:lumMod val="85000"/>
                    <a:lumOff val="15000"/>
                  </a:schemeClr>
                </a:solidFill>
                <a:latin typeface="华文新魏" pitchFamily="2" charset="-122"/>
                <a:ea typeface="华文新魏" pitchFamily="2" charset="-122"/>
              </a:rPr>
              <a:t>1</a:t>
            </a:r>
            <a:r>
              <a:rPr lang="zh-CN" altLang="en-US" b="1" dirty="0">
                <a:solidFill>
                  <a:schemeClr val="tx1">
                    <a:lumMod val="85000"/>
                    <a:lumOff val="15000"/>
                  </a:schemeClr>
                </a:solidFill>
                <a:latin typeface="华文新魏" pitchFamily="2" charset="-122"/>
                <a:ea typeface="华文新魏" pitchFamily="2" charset="-122"/>
              </a:rPr>
              <a:t> </a:t>
            </a:r>
            <a:r>
              <a:rPr lang="en-US" altLang="zh-CN" b="1" dirty="0">
                <a:solidFill>
                  <a:schemeClr val="tx1">
                    <a:lumMod val="85000"/>
                    <a:lumOff val="15000"/>
                  </a:schemeClr>
                </a:solidFill>
                <a:latin typeface="华文新魏" pitchFamily="2" charset="-122"/>
                <a:ea typeface="华文新魏" pitchFamily="2" charset="-122"/>
              </a:rPr>
              <a:t>Linux</a:t>
            </a:r>
            <a:r>
              <a:rPr lang="zh-CN" altLang="en-US" b="1" dirty="0">
                <a:solidFill>
                  <a:schemeClr val="tx1">
                    <a:lumMod val="85000"/>
                    <a:lumOff val="15000"/>
                  </a:schemeClr>
                </a:solidFill>
                <a:latin typeface="华文新魏" pitchFamily="2" charset="-122"/>
                <a:ea typeface="华文新魏" pitchFamily="2" charset="-122"/>
              </a:rPr>
              <a:t>的基本操作</a:t>
            </a:r>
            <a:endParaRPr lang="zh-CN" altLang="en-US" sz="4800" b="1" dirty="0">
              <a:solidFill>
                <a:schemeClr val="tx1">
                  <a:lumMod val="85000"/>
                  <a:lumOff val="15000"/>
                </a:schemeClr>
              </a:solidFill>
              <a:latin typeface="Times New Roman" pitchFamily="18" charset="0"/>
              <a:ea typeface="华文新魏" pitchFamily="2" charset="-122"/>
            </a:endParaRPr>
          </a:p>
        </p:txBody>
      </p:sp>
      <p:sp>
        <p:nvSpPr>
          <p:cNvPr id="552963" name="Rectangle 3">
            <a:extLst>
              <a:ext uri="{FF2B5EF4-FFF2-40B4-BE49-F238E27FC236}">
                <a16:creationId xmlns:a16="http://schemas.microsoft.com/office/drawing/2014/main" id="{606BE43D-34BD-4D9C-9CB3-A8D23425ED31}"/>
              </a:ext>
            </a:extLst>
          </p:cNvPr>
          <p:cNvSpPr>
            <a:spLocks noGrp="1" noChangeArrowheads="1"/>
          </p:cNvSpPr>
          <p:nvPr>
            <p:ph type="body" sz="half" idx="1"/>
          </p:nvPr>
        </p:nvSpPr>
        <p:spPr>
          <a:xfrm>
            <a:off x="755650" y="1700213"/>
            <a:ext cx="7848600" cy="4608512"/>
          </a:xfrm>
          <a:extLst>
            <a:ext uri="{91240B29-F687-4F45-9708-019B960494DF}">
              <a14:hiddenLine xmlns:a14="http://schemas.microsoft.com/office/drawing/2010/main" w="9525" cap="flat" cmpd="sng">
                <a:solidFill>
                  <a:schemeClr val="tx1"/>
                </a:solidFill>
                <a:prstDash val="solid"/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marL="457200" indent="-457200" algn="just" eaLnBrk="1" hangingPunct="1">
              <a:lnSpc>
                <a:spcPts val="4500"/>
              </a:lnSpc>
              <a:spcBef>
                <a:spcPct val="30000"/>
              </a:spcBef>
              <a:buClr>
                <a:schemeClr val="tx1"/>
              </a:buClr>
              <a:buSzPct val="100000"/>
              <a:buFont typeface="Wingdings" pitchFamily="2" charset="2"/>
              <a:buAutoNum type="arabicPeriod" startAt="5"/>
              <a:defRPr/>
            </a:pPr>
            <a:r>
              <a:rPr lang="zh-CN" altLang="en-US" sz="2200" b="1" dirty="0">
                <a:effectLst>
                  <a:outerShdw blurRad="38100" dist="38100" dir="2700000" algn="tl">
                    <a:srgbClr val="000000"/>
                  </a:outerShdw>
                </a:effectLst>
                <a:latin typeface="宋体" pitchFamily="2" charset="-122"/>
              </a:rPr>
              <a:t>编译链接</a:t>
            </a:r>
            <a:r>
              <a:rPr lang="en-US" altLang="zh-CN" sz="2200" b="1" dirty="0" err="1">
                <a:effectLst>
                  <a:outerShdw blurRad="38100" dist="38100" dir="2700000" algn="tl">
                    <a:srgbClr val="000000"/>
                  </a:outerShdw>
                </a:effectLst>
                <a:latin typeface="宋体" pitchFamily="2" charset="-122"/>
              </a:rPr>
              <a:t>sum.c</a:t>
            </a:r>
            <a:r>
              <a:rPr lang="zh-CN" altLang="en-US" sz="2200" b="1" dirty="0">
                <a:effectLst>
                  <a:outerShdw blurRad="38100" dist="38100" dir="2700000" algn="tl">
                    <a:srgbClr val="000000"/>
                  </a:outerShdw>
                </a:effectLst>
                <a:latin typeface="宋体" pitchFamily="2" charset="-122"/>
              </a:rPr>
              <a:t>，生成可执行程序</a:t>
            </a:r>
            <a:r>
              <a:rPr lang="en-US" altLang="zh-CN" sz="2200" b="1" dirty="0">
                <a:effectLst>
                  <a:outerShdw blurRad="38100" dist="38100" dir="2700000" algn="tl">
                    <a:srgbClr val="000000"/>
                  </a:outerShdw>
                </a:effectLst>
                <a:latin typeface="宋体" pitchFamily="2" charset="-122"/>
              </a:rPr>
              <a:t>sum</a:t>
            </a:r>
            <a:r>
              <a:rPr lang="zh-CN" altLang="en-US" sz="2200" b="1" dirty="0">
                <a:effectLst>
                  <a:outerShdw blurRad="38100" dist="38100" dir="2700000" algn="tl">
                    <a:srgbClr val="000000"/>
                  </a:outerShdw>
                </a:effectLst>
                <a:latin typeface="宋体" pitchFamily="2" charset="-122"/>
              </a:rPr>
              <a:t>，存放于目录</a:t>
            </a:r>
            <a:r>
              <a:rPr lang="en-US" altLang="zh-CN" sz="2200" b="1" dirty="0">
                <a:effectLst>
                  <a:outerShdw blurRad="38100" dist="38100" dir="2700000" algn="tl">
                    <a:srgbClr val="000000"/>
                  </a:outerShdw>
                </a:effectLst>
                <a:latin typeface="宋体" pitchFamily="2" charset="-122"/>
              </a:rPr>
              <a:t>A</a:t>
            </a:r>
            <a:r>
              <a:rPr lang="zh-CN" altLang="en-US" sz="2200" b="1" dirty="0">
                <a:effectLst>
                  <a:outerShdw blurRad="38100" dist="38100" dir="2700000" algn="tl">
                    <a:srgbClr val="000000"/>
                  </a:outerShdw>
                </a:effectLst>
                <a:latin typeface="宋体" pitchFamily="2" charset="-122"/>
              </a:rPr>
              <a:t>。</a:t>
            </a:r>
            <a:endParaRPr lang="en-US" altLang="zh-CN" sz="2200" b="1" dirty="0">
              <a:effectLst>
                <a:outerShdw blurRad="38100" dist="38100" dir="2700000" algn="tl">
                  <a:srgbClr val="000000"/>
                </a:outerShdw>
              </a:effectLst>
              <a:latin typeface="宋体" pitchFamily="2" charset="-122"/>
            </a:endParaRPr>
          </a:p>
          <a:p>
            <a:pPr marL="457200" indent="-457200" algn="just" eaLnBrk="1" hangingPunct="1">
              <a:lnSpc>
                <a:spcPts val="4500"/>
              </a:lnSpc>
              <a:spcBef>
                <a:spcPct val="30000"/>
              </a:spcBef>
              <a:buClr>
                <a:schemeClr val="tx1"/>
              </a:buClr>
              <a:buSzPct val="100000"/>
              <a:buFont typeface="Wingdings" pitchFamily="2" charset="2"/>
              <a:buAutoNum type="arabicPeriod" startAt="5"/>
              <a:defRPr/>
            </a:pPr>
            <a:r>
              <a:rPr lang="zh-CN" altLang="en-US" sz="2200" b="1" dirty="0">
                <a:effectLst>
                  <a:outerShdw blurRad="38100" dist="38100" dir="2700000" algn="tl">
                    <a:srgbClr val="000000"/>
                  </a:outerShdw>
                </a:effectLst>
                <a:latin typeface="宋体" pitchFamily="2" charset="-122"/>
              </a:rPr>
              <a:t>将可执行程序</a:t>
            </a:r>
            <a:r>
              <a:rPr lang="en-US" altLang="zh-CN" sz="2200" b="1" dirty="0">
                <a:effectLst>
                  <a:outerShdw blurRad="38100" dist="38100" dir="2700000" algn="tl">
                    <a:srgbClr val="000000"/>
                  </a:outerShdw>
                </a:effectLst>
                <a:latin typeface="宋体" pitchFamily="2" charset="-122"/>
              </a:rPr>
              <a:t>sum</a:t>
            </a:r>
            <a:r>
              <a:rPr lang="zh-CN" altLang="en-US" sz="2200" b="1" dirty="0">
                <a:effectLst>
                  <a:outerShdw blurRad="38100" dist="38100" dir="2700000" algn="tl">
                    <a:srgbClr val="000000"/>
                  </a:outerShdw>
                </a:effectLst>
                <a:latin typeface="宋体" pitchFamily="2" charset="-122"/>
              </a:rPr>
              <a:t>复制到</a:t>
            </a:r>
            <a:r>
              <a:rPr lang="en-US" altLang="zh-CN" sz="2200" b="1" dirty="0">
                <a:effectLst>
                  <a:outerShdw blurRad="38100" dist="38100" dir="2700000" algn="tl">
                    <a:srgbClr val="000000"/>
                  </a:outerShdw>
                </a:effectLst>
                <a:latin typeface="宋体" pitchFamily="2" charset="-122"/>
              </a:rPr>
              <a:t>2</a:t>
            </a:r>
            <a:r>
              <a:rPr lang="zh-CN" altLang="en-US" sz="2200" b="1" dirty="0">
                <a:effectLst>
                  <a:outerShdw blurRad="38100" dist="38100" dir="2700000" algn="tl">
                    <a:srgbClr val="000000"/>
                  </a:outerShdw>
                </a:effectLst>
                <a:latin typeface="宋体" pitchFamily="2" charset="-122"/>
              </a:rPr>
              <a:t>中建立的目录</a:t>
            </a:r>
            <a:r>
              <a:rPr lang="en-US" altLang="zh-CN" sz="2200" b="1" dirty="0">
                <a:effectLst>
                  <a:outerShdw blurRad="38100" dist="38100" dir="2700000" algn="tl">
                    <a:srgbClr val="000000"/>
                  </a:outerShdw>
                </a:effectLst>
                <a:latin typeface="宋体" pitchFamily="2" charset="-122"/>
              </a:rPr>
              <a:t>bin</a:t>
            </a:r>
            <a:r>
              <a:rPr lang="zh-CN" altLang="en-US" sz="2200" b="1" dirty="0">
                <a:effectLst>
                  <a:outerShdw blurRad="38100" dist="38100" dir="2700000" algn="tl">
                    <a:srgbClr val="000000"/>
                  </a:outerShdw>
                </a:effectLst>
                <a:latin typeface="宋体" pitchFamily="2" charset="-122"/>
              </a:rPr>
              <a:t>下。</a:t>
            </a:r>
            <a:endParaRPr lang="en-US" altLang="zh-CN" sz="2200" b="1" dirty="0">
              <a:effectLst>
                <a:outerShdw blurRad="38100" dist="38100" dir="2700000" algn="tl">
                  <a:srgbClr val="000000"/>
                </a:outerShdw>
              </a:effectLst>
              <a:latin typeface="宋体" pitchFamily="2" charset="-122"/>
            </a:endParaRPr>
          </a:p>
          <a:p>
            <a:pPr marL="457200" indent="-457200" algn="just" eaLnBrk="1" hangingPunct="1">
              <a:lnSpc>
                <a:spcPts val="4500"/>
              </a:lnSpc>
              <a:spcBef>
                <a:spcPct val="30000"/>
              </a:spcBef>
              <a:buClr>
                <a:schemeClr val="tx1"/>
              </a:buClr>
              <a:buSzPct val="100000"/>
              <a:buFont typeface="Wingdings" pitchFamily="2" charset="2"/>
              <a:buAutoNum type="arabicPeriod" startAt="5"/>
              <a:defRPr/>
            </a:pPr>
            <a:r>
              <a:rPr lang="zh-CN" altLang="en-US" sz="2200" b="1" dirty="0">
                <a:effectLst>
                  <a:outerShdw blurRad="38100" dist="38100" dir="2700000" algn="tl">
                    <a:srgbClr val="000000"/>
                  </a:outerShdw>
                </a:effectLst>
                <a:latin typeface="宋体" pitchFamily="2" charset="-122"/>
              </a:rPr>
              <a:t>将目录</a:t>
            </a:r>
            <a:r>
              <a:rPr lang="en-US" altLang="zh-CN" sz="2200" b="1" dirty="0">
                <a:effectLst>
                  <a:outerShdw blurRad="38100" dist="38100" dir="2700000" algn="tl">
                    <a:srgbClr val="000000"/>
                  </a:outerShdw>
                </a:effectLst>
                <a:latin typeface="宋体" pitchFamily="2" charset="-122"/>
              </a:rPr>
              <a:t>A</a:t>
            </a:r>
            <a:r>
              <a:rPr lang="zh-CN" altLang="en-US" sz="2200" b="1" dirty="0">
                <a:effectLst>
                  <a:outerShdw blurRad="38100" dist="38100" dir="2700000" algn="tl">
                    <a:srgbClr val="000000"/>
                  </a:outerShdw>
                </a:effectLst>
                <a:latin typeface="宋体" pitchFamily="2" charset="-122"/>
              </a:rPr>
              <a:t>中的所有文件压缩成</a:t>
            </a:r>
            <a:r>
              <a:rPr lang="en-US" altLang="zh-CN" sz="2200" b="1" dirty="0">
                <a:effectLst>
                  <a:outerShdw blurRad="38100" dist="38100" dir="2700000" algn="tl">
                    <a:srgbClr val="000000"/>
                  </a:outerShdw>
                </a:effectLst>
                <a:latin typeface="宋体" pitchFamily="2" charset="-122"/>
              </a:rPr>
              <a:t>sum.tar.gz</a:t>
            </a:r>
            <a:r>
              <a:rPr lang="zh-CN" altLang="en-US" sz="2200" b="1" dirty="0">
                <a:effectLst>
                  <a:outerShdw blurRad="38100" dist="38100" dir="2700000" algn="tl">
                    <a:srgbClr val="000000"/>
                  </a:outerShdw>
                </a:effectLst>
                <a:latin typeface="宋体" pitchFamily="2" charset="-122"/>
              </a:rPr>
              <a:t>，存放在当前用户目录（</a:t>
            </a:r>
            <a:r>
              <a:rPr lang="en-US" altLang="zh-CN" sz="2200" b="1" dirty="0">
                <a:effectLst>
                  <a:outerShdw blurRad="38100" dist="38100" dir="2700000" algn="tl">
                    <a:srgbClr val="000000"/>
                  </a:outerShdw>
                </a:effectLst>
                <a:latin typeface="宋体" pitchFamily="2" charset="-122"/>
              </a:rPr>
              <a:t>/home/</a:t>
            </a:r>
            <a:r>
              <a:rPr lang="en-US" altLang="zh-CN" sz="2200" b="1" dirty="0" err="1">
                <a:effectLst>
                  <a:outerShdw blurRad="38100" dist="38100" dir="2700000" algn="tl">
                    <a:srgbClr val="000000"/>
                  </a:outerShdw>
                </a:effectLst>
                <a:latin typeface="宋体" pitchFamily="2" charset="-122"/>
              </a:rPr>
              <a:t>osstudy</a:t>
            </a:r>
            <a:r>
              <a:rPr lang="zh-CN" altLang="en-US" sz="2200" b="1" dirty="0">
                <a:effectLst>
                  <a:outerShdw blurRad="38100" dist="38100" dir="2700000" algn="tl">
                    <a:srgbClr val="000000"/>
                  </a:outerShdw>
                </a:effectLst>
                <a:latin typeface="宋体" pitchFamily="2" charset="-122"/>
              </a:rPr>
              <a:t>）下。</a:t>
            </a:r>
            <a:endParaRPr lang="en-US" altLang="zh-CN" sz="2200" b="1" dirty="0">
              <a:effectLst>
                <a:outerShdw blurRad="38100" dist="38100" dir="2700000" algn="tl">
                  <a:srgbClr val="000000"/>
                </a:outerShdw>
              </a:effectLst>
              <a:latin typeface="宋体" pitchFamily="2" charset="-122"/>
            </a:endParaRPr>
          </a:p>
          <a:p>
            <a:pPr marL="457200" indent="-457200" algn="just" eaLnBrk="1" hangingPunct="1">
              <a:lnSpc>
                <a:spcPts val="4500"/>
              </a:lnSpc>
              <a:spcBef>
                <a:spcPct val="30000"/>
              </a:spcBef>
              <a:buClr>
                <a:schemeClr val="tx1"/>
              </a:buClr>
              <a:buSzPct val="100000"/>
              <a:buFont typeface="Wingdings" pitchFamily="2" charset="2"/>
              <a:buAutoNum type="arabicPeriod" startAt="5"/>
              <a:defRPr/>
            </a:pPr>
            <a:r>
              <a:rPr lang="zh-CN" altLang="en-US" sz="2200" b="1" dirty="0">
                <a:effectLst>
                  <a:outerShdw blurRad="38100" dist="38100" dir="2700000" algn="tl">
                    <a:srgbClr val="000000"/>
                  </a:outerShdw>
                </a:effectLst>
                <a:latin typeface="宋体" pitchFamily="2" charset="-122"/>
              </a:rPr>
              <a:t>修改</a:t>
            </a:r>
            <a:r>
              <a:rPr lang="en-US" altLang="zh-CN" sz="2200" b="1" dirty="0">
                <a:effectLst>
                  <a:outerShdw blurRad="38100" dist="38100" dir="2700000" algn="tl">
                    <a:srgbClr val="000000"/>
                  </a:outerShdw>
                </a:effectLst>
                <a:latin typeface="宋体" pitchFamily="2" charset="-122"/>
              </a:rPr>
              <a:t>sum.tar.gz</a:t>
            </a:r>
            <a:r>
              <a:rPr lang="zh-CN" altLang="en-US" sz="2200" b="1" dirty="0">
                <a:effectLst>
                  <a:outerShdw blurRad="38100" dist="38100" dir="2700000" algn="tl">
                    <a:srgbClr val="000000"/>
                  </a:outerShdw>
                </a:effectLst>
                <a:latin typeface="宋体" pitchFamily="2" charset="-122"/>
              </a:rPr>
              <a:t>的权限，使其只允许被所有者修改（以及读取和运行），而其他用户只能读取或运行。</a:t>
            </a:r>
            <a:endParaRPr lang="en-US" altLang="zh-CN" sz="2200" b="1" dirty="0">
              <a:effectLst>
                <a:outerShdw blurRad="38100" dist="38100" dir="2700000" algn="tl">
                  <a:srgbClr val="000000"/>
                </a:outerShdw>
              </a:effectLst>
              <a:latin typeface="宋体" pitchFamily="2" charset="-122"/>
            </a:endParaRPr>
          </a:p>
          <a:p>
            <a:pPr marL="457200" indent="-457200" algn="just" eaLnBrk="1" hangingPunct="1">
              <a:lnSpc>
                <a:spcPts val="4500"/>
              </a:lnSpc>
              <a:spcBef>
                <a:spcPct val="30000"/>
              </a:spcBef>
              <a:buClr>
                <a:schemeClr val="tx1"/>
              </a:buClr>
              <a:buSzPct val="100000"/>
              <a:buFont typeface="Wingdings" pitchFamily="2" charset="2"/>
              <a:buAutoNum type="arabicPeriod" startAt="5"/>
              <a:defRPr/>
            </a:pPr>
            <a:r>
              <a:rPr lang="zh-CN" altLang="en-US" sz="2200" b="1" dirty="0">
                <a:effectLst>
                  <a:outerShdw blurRad="38100" dist="38100" dir="2700000" algn="tl">
                    <a:srgbClr val="000000"/>
                  </a:outerShdw>
                </a:effectLst>
                <a:latin typeface="宋体" pitchFamily="2" charset="-122"/>
              </a:rPr>
              <a:t>删除目录</a:t>
            </a:r>
            <a:r>
              <a:rPr lang="en-US" altLang="zh-CN" sz="2200" b="1" dirty="0">
                <a:effectLst>
                  <a:outerShdw blurRad="38100" dist="38100" dir="2700000" algn="tl">
                    <a:srgbClr val="000000"/>
                  </a:outerShdw>
                </a:effectLst>
                <a:latin typeface="宋体" pitchFamily="2" charset="-122"/>
              </a:rPr>
              <a:t>A</a:t>
            </a:r>
            <a:r>
              <a:rPr lang="zh-CN" altLang="en-US" sz="2200" b="1" dirty="0">
                <a:effectLst>
                  <a:outerShdw blurRad="38100" dist="38100" dir="2700000" algn="tl">
                    <a:srgbClr val="000000"/>
                  </a:outerShdw>
                </a:effectLst>
                <a:latin typeface="宋体" pitchFamily="2" charset="-122"/>
              </a:rPr>
              <a:t>。</a:t>
            </a:r>
            <a:endParaRPr lang="en-US" altLang="zh-CN" sz="2200" b="1" dirty="0">
              <a:effectLst>
                <a:outerShdw blurRad="38100" dist="38100" dir="2700000" algn="tl">
                  <a:srgbClr val="000000"/>
                </a:outerShdw>
              </a:effectLst>
              <a:latin typeface="宋体" pitchFamily="2" charset="-122"/>
            </a:endParaRPr>
          </a:p>
        </p:txBody>
      </p:sp>
      <p:sp>
        <p:nvSpPr>
          <p:cNvPr id="9221" name="Line 4"/>
          <p:cNvSpPr>
            <a:spLocks noChangeShapeType="1"/>
          </p:cNvSpPr>
          <p:nvPr/>
        </p:nvSpPr>
        <p:spPr bwMode="auto">
          <a:xfrm>
            <a:off x="0" y="1143000"/>
            <a:ext cx="9144000" cy="0"/>
          </a:xfrm>
          <a:prstGeom prst="line">
            <a:avLst/>
          </a:prstGeom>
          <a:noFill/>
          <a:ln w="38100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9222" name="Line 5"/>
          <p:cNvSpPr>
            <a:spLocks noChangeShapeType="1"/>
          </p:cNvSpPr>
          <p:nvPr/>
        </p:nvSpPr>
        <p:spPr bwMode="auto">
          <a:xfrm>
            <a:off x="533400" y="0"/>
            <a:ext cx="0" cy="6858000"/>
          </a:xfrm>
          <a:prstGeom prst="line">
            <a:avLst/>
          </a:prstGeom>
          <a:noFill/>
          <a:ln w="38100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6591118"/>
      </p:ext>
    </p:extLst>
  </p:cSld>
  <p:clrMapOvr>
    <a:masterClrMapping/>
  </p:clrMapOvr>
  <p:transition>
    <p:random/>
    <p:sndAc>
      <p:stSnd>
        <p:snd r:embed="rId2" name="projctor.wav"/>
      </p:stSnd>
    </p:sndAc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灯片编号占位符 6"/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ts val="300"/>
              </a:spcBef>
              <a:buClr>
                <a:srgbClr val="A04DA3"/>
              </a:buClr>
              <a:buFont typeface="Georgia" pitchFamily="18" charset="0"/>
              <a:buChar char="•"/>
              <a:defRPr sz="2800">
                <a:solidFill>
                  <a:schemeClr val="tx1"/>
                </a:solidFill>
                <a:latin typeface="Georgia" pitchFamily="18" charset="0"/>
              </a:defRPr>
            </a:lvl1pPr>
            <a:lvl2pPr marL="742950" indent="-285750">
              <a:spcBef>
                <a:spcPts val="300"/>
              </a:spcBef>
              <a:buClr>
                <a:schemeClr val="accent2"/>
              </a:buClr>
              <a:buFont typeface="Georgia" pitchFamily="18" charset="0"/>
              <a:buChar char="▫"/>
              <a:defRPr sz="2600">
                <a:solidFill>
                  <a:schemeClr val="accent2"/>
                </a:solidFill>
                <a:latin typeface="Georgia" pitchFamily="18" charset="0"/>
              </a:defRPr>
            </a:lvl2pPr>
            <a:lvl3pPr marL="1143000" indent="-228600">
              <a:spcBef>
                <a:spcPts val="300"/>
              </a:spcBef>
              <a:buClr>
                <a:schemeClr val="accent1"/>
              </a:buClr>
              <a:buFont typeface="Wingdings 2" pitchFamily="18" charset="2"/>
              <a:buChar char=""/>
              <a:defRPr sz="2400">
                <a:solidFill>
                  <a:schemeClr val="accent1"/>
                </a:solidFill>
                <a:latin typeface="Georgia" pitchFamily="18" charset="0"/>
              </a:defRPr>
            </a:lvl3pPr>
            <a:lvl4pPr marL="1600200" indent="-228600">
              <a:spcBef>
                <a:spcPts val="300"/>
              </a:spcBef>
              <a:buClr>
                <a:schemeClr val="accent1"/>
              </a:buClr>
              <a:buFont typeface="Wingdings 2" pitchFamily="18" charset="2"/>
              <a:buChar char=""/>
              <a:defRPr sz="2200">
                <a:solidFill>
                  <a:schemeClr val="accent1"/>
                </a:solidFill>
                <a:latin typeface="Georgia" pitchFamily="18" charset="0"/>
              </a:defRPr>
            </a:lvl4pPr>
            <a:lvl5pPr marL="2057400" indent="-228600">
              <a:spcBef>
                <a:spcPts val="300"/>
              </a:spcBef>
              <a:buClr>
                <a:srgbClr val="A04DA3"/>
              </a:buClr>
              <a:buFont typeface="Georgia" pitchFamily="18" charset="0"/>
              <a:buChar char="▫"/>
              <a:defRPr sz="2000">
                <a:solidFill>
                  <a:srgbClr val="A04DA3"/>
                </a:solidFill>
                <a:latin typeface="Georgia" pitchFamily="18" charset="0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rgbClr val="A04DA3"/>
              </a:buClr>
              <a:buFont typeface="Georgia" pitchFamily="18" charset="0"/>
              <a:buChar char="▫"/>
              <a:defRPr sz="2000">
                <a:solidFill>
                  <a:srgbClr val="A04DA3"/>
                </a:solidFill>
                <a:latin typeface="Georgia" pitchFamily="18" charset="0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rgbClr val="A04DA3"/>
              </a:buClr>
              <a:buFont typeface="Georgia" pitchFamily="18" charset="0"/>
              <a:buChar char="▫"/>
              <a:defRPr sz="2000">
                <a:solidFill>
                  <a:srgbClr val="A04DA3"/>
                </a:solidFill>
                <a:latin typeface="Georgia" pitchFamily="18" charset="0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rgbClr val="A04DA3"/>
              </a:buClr>
              <a:buFont typeface="Georgia" pitchFamily="18" charset="0"/>
              <a:buChar char="▫"/>
              <a:defRPr sz="2000">
                <a:solidFill>
                  <a:srgbClr val="A04DA3"/>
                </a:solidFill>
                <a:latin typeface="Georgia" pitchFamily="18" charset="0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rgbClr val="A04DA3"/>
              </a:buClr>
              <a:buFont typeface="Georgia" pitchFamily="18" charset="0"/>
              <a:buChar char="▫"/>
              <a:defRPr sz="2000">
                <a:solidFill>
                  <a:srgbClr val="A04DA3"/>
                </a:solidFill>
                <a:latin typeface="Georgia" pitchFamily="18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70718AD8-03F6-44CF-A2D4-693A2E7A8CE3}" type="slidenum">
              <a:rPr lang="zh-CN" altLang="en-US" sz="1800">
                <a:solidFill>
                  <a:srgbClr val="FFFFFF"/>
                </a:solidFill>
                <a:latin typeface="Times New Roman" pitchFamily="18" charset="0"/>
              </a:rPr>
              <a:pPr>
                <a:spcBef>
                  <a:spcPct val="0"/>
                </a:spcBef>
                <a:buClrTx/>
                <a:buFontTx/>
                <a:buNone/>
              </a:pPr>
              <a:t>5</a:t>
            </a:fld>
            <a:endParaRPr lang="en-US" altLang="zh-CN" sz="1800">
              <a:solidFill>
                <a:srgbClr val="FFFFFF"/>
              </a:solidFill>
              <a:latin typeface="Times New Roman" pitchFamily="18" charset="0"/>
            </a:endParaRPr>
          </a:p>
        </p:txBody>
      </p:sp>
      <p:sp>
        <p:nvSpPr>
          <p:cNvPr id="552962" name="Rectangle 2">
            <a:extLst>
              <a:ext uri="{FF2B5EF4-FFF2-40B4-BE49-F238E27FC236}">
                <a16:creationId xmlns:a16="http://schemas.microsoft.com/office/drawing/2014/main" id="{7042A7CF-0C21-4E47-AAD8-52238B875BD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685800" y="304800"/>
            <a:ext cx="7772400" cy="652463"/>
          </a:xfrm>
          <a:extLst>
            <a:ext uri="{91240B29-F687-4F45-9708-019B960494DF}">
              <a14:hiddenLine xmlns:a14="http://schemas.microsoft.com/office/drawing/2010/main" w="9525" cap="flat" cmpd="sng">
                <a:solidFill>
                  <a:schemeClr val="tx1"/>
                </a:solidFill>
                <a:prstDash val="solid"/>
                <a:miter lim="800000"/>
                <a:headEnd/>
                <a:tailEnd/>
              </a14:hiddenLine>
            </a:ext>
          </a:extLst>
        </p:spPr>
        <p:txBody>
          <a:bodyPr lIns="97332" tIns="48667" rIns="97332" bIns="48667" anchor="t">
            <a:spAutoFit/>
          </a:bodyPr>
          <a:lstStyle/>
          <a:p>
            <a:pPr defTabSz="966788" eaLnBrk="1" hangingPunct="1">
              <a:lnSpc>
                <a:spcPct val="90000"/>
              </a:lnSpc>
              <a:defRPr/>
            </a:pPr>
            <a:r>
              <a:rPr lang="zh-CN" altLang="en-US" b="1" dirty="0">
                <a:solidFill>
                  <a:schemeClr val="tx1">
                    <a:lumMod val="85000"/>
                    <a:lumOff val="15000"/>
                  </a:schemeClr>
                </a:solidFill>
                <a:latin typeface="华文新魏" pitchFamily="2" charset="-122"/>
                <a:ea typeface="华文新魏" pitchFamily="2" charset="-122"/>
              </a:rPr>
              <a:t>实验</a:t>
            </a:r>
            <a:r>
              <a:rPr lang="en-US" altLang="zh-CN" b="1" dirty="0">
                <a:solidFill>
                  <a:schemeClr val="tx1">
                    <a:lumMod val="85000"/>
                    <a:lumOff val="15000"/>
                  </a:schemeClr>
                </a:solidFill>
                <a:latin typeface="华文新魏" pitchFamily="2" charset="-122"/>
                <a:ea typeface="华文新魏" pitchFamily="2" charset="-122"/>
              </a:rPr>
              <a:t>1</a:t>
            </a:r>
            <a:r>
              <a:rPr lang="zh-CN" altLang="en-US" b="1" dirty="0">
                <a:solidFill>
                  <a:schemeClr val="tx1">
                    <a:lumMod val="85000"/>
                    <a:lumOff val="15000"/>
                  </a:schemeClr>
                </a:solidFill>
                <a:latin typeface="华文新魏" pitchFamily="2" charset="-122"/>
                <a:ea typeface="华文新魏" pitchFamily="2" charset="-122"/>
              </a:rPr>
              <a:t> </a:t>
            </a:r>
            <a:r>
              <a:rPr lang="en-US" altLang="zh-CN" b="1" dirty="0">
                <a:solidFill>
                  <a:schemeClr val="tx1">
                    <a:lumMod val="85000"/>
                    <a:lumOff val="15000"/>
                  </a:schemeClr>
                </a:solidFill>
                <a:latin typeface="华文新魏" pitchFamily="2" charset="-122"/>
                <a:ea typeface="华文新魏" pitchFamily="2" charset="-122"/>
              </a:rPr>
              <a:t>Linux</a:t>
            </a:r>
            <a:r>
              <a:rPr lang="zh-CN" altLang="en-US" b="1" dirty="0">
                <a:solidFill>
                  <a:schemeClr val="tx1">
                    <a:lumMod val="85000"/>
                    <a:lumOff val="15000"/>
                  </a:schemeClr>
                </a:solidFill>
                <a:latin typeface="华文新魏" pitchFamily="2" charset="-122"/>
                <a:ea typeface="华文新魏" pitchFamily="2" charset="-122"/>
              </a:rPr>
              <a:t>的基本操作</a:t>
            </a:r>
            <a:endParaRPr lang="zh-CN" altLang="en-US" sz="4800" b="1" dirty="0">
              <a:solidFill>
                <a:schemeClr val="tx1">
                  <a:lumMod val="85000"/>
                  <a:lumOff val="15000"/>
                </a:schemeClr>
              </a:solidFill>
              <a:latin typeface="Times New Roman" pitchFamily="18" charset="0"/>
              <a:ea typeface="华文新魏" pitchFamily="2" charset="-122"/>
            </a:endParaRPr>
          </a:p>
        </p:txBody>
      </p:sp>
      <p:sp>
        <p:nvSpPr>
          <p:cNvPr id="552963" name="Rectangle 3">
            <a:extLst>
              <a:ext uri="{FF2B5EF4-FFF2-40B4-BE49-F238E27FC236}">
                <a16:creationId xmlns:a16="http://schemas.microsoft.com/office/drawing/2014/main" id="{9390E9DC-1500-4638-B92D-516A2BAB87A8}"/>
              </a:ext>
            </a:extLst>
          </p:cNvPr>
          <p:cNvSpPr>
            <a:spLocks noGrp="1" noChangeArrowheads="1"/>
          </p:cNvSpPr>
          <p:nvPr>
            <p:ph type="body" sz="half" idx="1"/>
          </p:nvPr>
        </p:nvSpPr>
        <p:spPr>
          <a:xfrm>
            <a:off x="755650" y="1628775"/>
            <a:ext cx="7848600" cy="4465638"/>
          </a:xfrm>
          <a:extLst>
            <a:ext uri="{91240B29-F687-4F45-9708-019B960494DF}">
              <a14:hiddenLine xmlns:a14="http://schemas.microsoft.com/office/drawing/2010/main" w="9525" cap="flat" cmpd="sng">
                <a:solidFill>
                  <a:schemeClr val="tx1"/>
                </a:solidFill>
                <a:prstDash val="solid"/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marL="457200" indent="-457200" algn="just" eaLnBrk="1" hangingPunct="1">
              <a:lnSpc>
                <a:spcPct val="200000"/>
              </a:lnSpc>
              <a:spcBef>
                <a:spcPct val="30000"/>
              </a:spcBef>
              <a:buClr>
                <a:schemeClr val="tx2"/>
              </a:buClr>
              <a:buSzPct val="75000"/>
              <a:buFont typeface="Wingdings" pitchFamily="2" charset="2"/>
              <a:buNone/>
              <a:defRPr/>
            </a:pPr>
            <a:r>
              <a:rPr lang="zh-CN" altLang="en-US" sz="2400" b="1" dirty="0">
                <a:effectLst>
                  <a:outerShdw blurRad="38100" dist="38100" dir="2700000" algn="tl">
                    <a:srgbClr val="000000"/>
                  </a:outerShdw>
                </a:effectLst>
                <a:latin typeface="宋体" pitchFamily="2" charset="-122"/>
              </a:rPr>
              <a:t>四、</a:t>
            </a:r>
            <a:r>
              <a:rPr lang="zh-CN" altLang="en-US" sz="2200" b="1" dirty="0">
                <a:effectLst>
                  <a:outerShdw blurRad="38100" dist="38100" dir="2700000" algn="tl">
                    <a:srgbClr val="000000"/>
                  </a:outerShdw>
                </a:effectLst>
                <a:latin typeface="宋体" pitchFamily="2" charset="-122"/>
              </a:rPr>
              <a:t>思考与实践</a:t>
            </a:r>
            <a:endParaRPr lang="zh-CN" altLang="en-US" sz="2200" b="1" dirty="0">
              <a:effectLst>
                <a:outerShdw blurRad="38100" dist="38100" dir="2700000" algn="tl">
                  <a:srgbClr val="000000"/>
                </a:outerShdw>
              </a:effectLst>
              <a:latin typeface="宋体" pitchFamily="2" charset="-122"/>
              <a:cs typeface="Courier New" pitchFamily="49" charset="0"/>
            </a:endParaRPr>
          </a:p>
          <a:p>
            <a:pPr marL="457200" indent="-457200" algn="just" eaLnBrk="1" hangingPunct="1">
              <a:lnSpc>
                <a:spcPct val="200000"/>
              </a:lnSpc>
              <a:spcBef>
                <a:spcPct val="30000"/>
              </a:spcBef>
              <a:buClr>
                <a:schemeClr val="tx1"/>
              </a:buClr>
              <a:buSzPct val="100000"/>
              <a:buFont typeface="Wingdings" pitchFamily="2" charset="2"/>
              <a:buAutoNum type="arabicPeriod"/>
              <a:defRPr/>
            </a:pPr>
            <a:r>
              <a:rPr lang="zh-CN" altLang="en-US" sz="2200" b="1" dirty="0">
                <a:effectLst>
                  <a:outerShdw blurRad="38100" dist="38100" dir="2700000" algn="tl">
                    <a:srgbClr val="000000"/>
                  </a:outerShdw>
                </a:effectLst>
                <a:latin typeface="宋体" pitchFamily="2" charset="-122"/>
              </a:rPr>
              <a:t>如何将压缩文件（</a:t>
            </a:r>
            <a:r>
              <a:rPr lang="en-US" altLang="zh-CN" sz="2200" b="1" dirty="0">
                <a:effectLst>
                  <a:outerShdw blurRad="38100" dist="38100" dir="2700000" algn="tl">
                    <a:srgbClr val="000000"/>
                  </a:outerShdw>
                </a:effectLst>
                <a:latin typeface="宋体" pitchFamily="2" charset="-122"/>
              </a:rPr>
              <a:t>.tar.gz</a:t>
            </a:r>
            <a:r>
              <a:rPr lang="zh-CN" altLang="en-US" sz="2200" b="1" dirty="0">
                <a:effectLst>
                  <a:outerShdw blurRad="38100" dist="38100" dir="2700000" algn="tl">
                    <a:srgbClr val="000000"/>
                  </a:outerShdw>
                </a:effectLst>
                <a:latin typeface="宋体" pitchFamily="2" charset="-122"/>
              </a:rPr>
              <a:t>文件）解压？</a:t>
            </a:r>
            <a:endParaRPr lang="en-US" altLang="zh-CN" sz="2200" b="1" dirty="0">
              <a:effectLst>
                <a:outerShdw blurRad="38100" dist="38100" dir="2700000" algn="tl">
                  <a:srgbClr val="000000"/>
                </a:outerShdw>
              </a:effectLst>
              <a:latin typeface="宋体" pitchFamily="2" charset="-122"/>
            </a:endParaRPr>
          </a:p>
          <a:p>
            <a:pPr marL="457200" indent="-457200" algn="just" eaLnBrk="1" hangingPunct="1">
              <a:lnSpc>
                <a:spcPct val="200000"/>
              </a:lnSpc>
              <a:spcBef>
                <a:spcPct val="30000"/>
              </a:spcBef>
              <a:buClr>
                <a:schemeClr val="tx1"/>
              </a:buClr>
              <a:buSzPct val="100000"/>
              <a:buFont typeface="Wingdings" pitchFamily="2" charset="2"/>
              <a:buAutoNum type="arabicPeriod"/>
              <a:defRPr/>
            </a:pPr>
            <a:r>
              <a:rPr lang="zh-CN" altLang="en-US" sz="2200" b="1" dirty="0">
                <a:effectLst>
                  <a:outerShdw blurRad="38100" dist="38100" dir="2700000" algn="tl">
                    <a:srgbClr val="000000"/>
                  </a:outerShdw>
                </a:effectLst>
                <a:latin typeface="宋体" pitchFamily="2" charset="-122"/>
              </a:rPr>
              <a:t>如何修改文件的所有者，修改后效果如何？</a:t>
            </a:r>
            <a:endParaRPr lang="en-US" altLang="zh-CN" sz="2200" b="1" dirty="0">
              <a:effectLst>
                <a:outerShdw blurRad="38100" dist="38100" dir="2700000" algn="tl">
                  <a:srgbClr val="000000"/>
                </a:outerShdw>
              </a:effectLst>
              <a:latin typeface="宋体" pitchFamily="2" charset="-122"/>
            </a:endParaRPr>
          </a:p>
          <a:p>
            <a:pPr marL="457200" indent="-457200" algn="just" eaLnBrk="1" hangingPunct="1">
              <a:lnSpc>
                <a:spcPct val="200000"/>
              </a:lnSpc>
              <a:spcBef>
                <a:spcPct val="30000"/>
              </a:spcBef>
              <a:buClr>
                <a:schemeClr val="tx1"/>
              </a:buClr>
              <a:buSzPct val="100000"/>
              <a:buFont typeface="Wingdings" pitchFamily="2" charset="2"/>
              <a:buAutoNum type="arabicPeriod"/>
              <a:defRPr/>
            </a:pPr>
            <a:r>
              <a:rPr lang="zh-CN" altLang="en-US" sz="2200" b="1" dirty="0">
                <a:effectLst>
                  <a:outerShdw blurRad="38100" dist="38100" dir="2700000" algn="tl">
                    <a:srgbClr val="000000"/>
                  </a:outerShdw>
                </a:effectLst>
                <a:latin typeface="宋体" pitchFamily="2" charset="-122"/>
              </a:rPr>
              <a:t>如何挂载外部存储设备（例如</a:t>
            </a:r>
            <a:r>
              <a:rPr lang="en-US" altLang="zh-CN" sz="2200" b="1" dirty="0">
                <a:effectLst>
                  <a:outerShdw blurRad="38100" dist="38100" dir="2700000" algn="tl">
                    <a:srgbClr val="000000"/>
                  </a:outerShdw>
                </a:effectLst>
                <a:latin typeface="宋体" pitchFamily="2" charset="-122"/>
              </a:rPr>
              <a:t>U</a:t>
            </a:r>
            <a:r>
              <a:rPr lang="zh-CN" altLang="en-US" sz="2200" b="1" dirty="0">
                <a:effectLst>
                  <a:outerShdw blurRad="38100" dist="38100" dir="2700000" algn="tl">
                    <a:srgbClr val="000000"/>
                  </a:outerShdw>
                </a:effectLst>
                <a:latin typeface="宋体" pitchFamily="2" charset="-122"/>
              </a:rPr>
              <a:t>盘）？</a:t>
            </a:r>
            <a:endParaRPr lang="en-US" altLang="zh-CN" sz="2200" b="1" dirty="0">
              <a:effectLst>
                <a:outerShdw blurRad="38100" dist="38100" dir="2700000" algn="tl">
                  <a:srgbClr val="000000"/>
                </a:outerShdw>
              </a:effectLst>
              <a:latin typeface="宋体" pitchFamily="2" charset="-122"/>
            </a:endParaRPr>
          </a:p>
          <a:p>
            <a:pPr marL="457200" indent="-457200" algn="just" eaLnBrk="1" hangingPunct="1">
              <a:lnSpc>
                <a:spcPct val="200000"/>
              </a:lnSpc>
              <a:spcBef>
                <a:spcPct val="30000"/>
              </a:spcBef>
              <a:buClr>
                <a:schemeClr val="tx1"/>
              </a:buClr>
              <a:buSzPct val="100000"/>
              <a:buFont typeface="Wingdings" pitchFamily="2" charset="2"/>
              <a:buAutoNum type="arabicPeriod"/>
              <a:defRPr/>
            </a:pPr>
            <a:r>
              <a:rPr lang="zh-CN" altLang="en-US" sz="2200" b="1" dirty="0">
                <a:effectLst>
                  <a:outerShdw blurRad="38100" dist="38100" dir="2700000" algn="tl">
                    <a:srgbClr val="000000"/>
                  </a:outerShdw>
                </a:effectLst>
                <a:latin typeface="宋体" pitchFamily="2" charset="-122"/>
              </a:rPr>
              <a:t>尝试</a:t>
            </a:r>
            <a:r>
              <a:rPr lang="en-US" altLang="zh-CN" sz="2200" b="1" dirty="0">
                <a:effectLst>
                  <a:outerShdw blurRad="38100" dist="38100" dir="2700000" algn="tl">
                    <a:srgbClr val="000000"/>
                  </a:outerShdw>
                </a:effectLst>
                <a:latin typeface="宋体" pitchFamily="2" charset="-122"/>
              </a:rPr>
              <a:t>Ubuntu</a:t>
            </a:r>
            <a:r>
              <a:rPr lang="zh-CN" altLang="en-US" sz="2200" b="1" dirty="0">
                <a:effectLst>
                  <a:outerShdw blurRad="38100" dist="38100" dir="2700000" algn="tl">
                    <a:srgbClr val="000000"/>
                  </a:outerShdw>
                </a:effectLst>
                <a:latin typeface="宋体" pitchFamily="2" charset="-122"/>
              </a:rPr>
              <a:t>的图形化工具（文件系统管理工具、浏览器、文字处理工具、软件中心 等）。</a:t>
            </a:r>
          </a:p>
        </p:txBody>
      </p:sp>
      <p:sp>
        <p:nvSpPr>
          <p:cNvPr id="10245" name="Line 4"/>
          <p:cNvSpPr>
            <a:spLocks noChangeShapeType="1"/>
          </p:cNvSpPr>
          <p:nvPr/>
        </p:nvSpPr>
        <p:spPr bwMode="auto">
          <a:xfrm>
            <a:off x="0" y="1143000"/>
            <a:ext cx="9144000" cy="0"/>
          </a:xfrm>
          <a:prstGeom prst="line">
            <a:avLst/>
          </a:prstGeom>
          <a:noFill/>
          <a:ln w="38100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10246" name="Line 5"/>
          <p:cNvSpPr>
            <a:spLocks noChangeShapeType="1"/>
          </p:cNvSpPr>
          <p:nvPr/>
        </p:nvSpPr>
        <p:spPr bwMode="auto">
          <a:xfrm>
            <a:off x="533400" y="0"/>
            <a:ext cx="0" cy="6858000"/>
          </a:xfrm>
          <a:prstGeom prst="line">
            <a:avLst/>
          </a:prstGeom>
          <a:noFill/>
          <a:ln w="38100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6014062"/>
      </p:ext>
    </p:extLst>
  </p:cSld>
  <p:clrMapOvr>
    <a:masterClrMapping/>
  </p:clrMapOvr>
  <p:transition>
    <p:random/>
    <p:sndAc>
      <p:stSnd>
        <p:snd r:embed="rId2" name="projctor.wav"/>
      </p:stSnd>
    </p:sndAc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灯片编号占位符 6"/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ts val="300"/>
              </a:spcBef>
              <a:buClr>
                <a:srgbClr val="A04DA3"/>
              </a:buClr>
              <a:buFont typeface="Georgia" pitchFamily="18" charset="0"/>
              <a:buChar char="•"/>
              <a:defRPr sz="2800">
                <a:solidFill>
                  <a:schemeClr val="tx1"/>
                </a:solidFill>
                <a:latin typeface="Georgia" pitchFamily="18" charset="0"/>
              </a:defRPr>
            </a:lvl1pPr>
            <a:lvl2pPr marL="742950" indent="-285750">
              <a:spcBef>
                <a:spcPts val="300"/>
              </a:spcBef>
              <a:buClr>
                <a:schemeClr val="accent2"/>
              </a:buClr>
              <a:buFont typeface="Georgia" pitchFamily="18" charset="0"/>
              <a:buChar char="▫"/>
              <a:defRPr sz="2600">
                <a:solidFill>
                  <a:schemeClr val="accent2"/>
                </a:solidFill>
                <a:latin typeface="Georgia" pitchFamily="18" charset="0"/>
              </a:defRPr>
            </a:lvl2pPr>
            <a:lvl3pPr marL="1143000" indent="-228600">
              <a:spcBef>
                <a:spcPts val="300"/>
              </a:spcBef>
              <a:buClr>
                <a:schemeClr val="accent1"/>
              </a:buClr>
              <a:buFont typeface="Wingdings 2" pitchFamily="18" charset="2"/>
              <a:buChar char=""/>
              <a:defRPr sz="2400">
                <a:solidFill>
                  <a:schemeClr val="accent1"/>
                </a:solidFill>
                <a:latin typeface="Georgia" pitchFamily="18" charset="0"/>
              </a:defRPr>
            </a:lvl3pPr>
            <a:lvl4pPr marL="1600200" indent="-228600">
              <a:spcBef>
                <a:spcPts val="300"/>
              </a:spcBef>
              <a:buClr>
                <a:schemeClr val="accent1"/>
              </a:buClr>
              <a:buFont typeface="Wingdings 2" pitchFamily="18" charset="2"/>
              <a:buChar char=""/>
              <a:defRPr sz="2200">
                <a:solidFill>
                  <a:schemeClr val="accent1"/>
                </a:solidFill>
                <a:latin typeface="Georgia" pitchFamily="18" charset="0"/>
              </a:defRPr>
            </a:lvl4pPr>
            <a:lvl5pPr marL="2057400" indent="-228600">
              <a:spcBef>
                <a:spcPts val="300"/>
              </a:spcBef>
              <a:buClr>
                <a:srgbClr val="A04DA3"/>
              </a:buClr>
              <a:buFont typeface="Georgia" pitchFamily="18" charset="0"/>
              <a:buChar char="▫"/>
              <a:defRPr sz="2000">
                <a:solidFill>
                  <a:srgbClr val="A04DA3"/>
                </a:solidFill>
                <a:latin typeface="Georgia" pitchFamily="18" charset="0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rgbClr val="A04DA3"/>
              </a:buClr>
              <a:buFont typeface="Georgia" pitchFamily="18" charset="0"/>
              <a:buChar char="▫"/>
              <a:defRPr sz="2000">
                <a:solidFill>
                  <a:srgbClr val="A04DA3"/>
                </a:solidFill>
                <a:latin typeface="Georgia" pitchFamily="18" charset="0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rgbClr val="A04DA3"/>
              </a:buClr>
              <a:buFont typeface="Georgia" pitchFamily="18" charset="0"/>
              <a:buChar char="▫"/>
              <a:defRPr sz="2000">
                <a:solidFill>
                  <a:srgbClr val="A04DA3"/>
                </a:solidFill>
                <a:latin typeface="Georgia" pitchFamily="18" charset="0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rgbClr val="A04DA3"/>
              </a:buClr>
              <a:buFont typeface="Georgia" pitchFamily="18" charset="0"/>
              <a:buChar char="▫"/>
              <a:defRPr sz="2000">
                <a:solidFill>
                  <a:srgbClr val="A04DA3"/>
                </a:solidFill>
                <a:latin typeface="Georgia" pitchFamily="18" charset="0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rgbClr val="A04DA3"/>
              </a:buClr>
              <a:buFont typeface="Georgia" pitchFamily="18" charset="0"/>
              <a:buChar char="▫"/>
              <a:defRPr sz="2000">
                <a:solidFill>
                  <a:srgbClr val="A04DA3"/>
                </a:solidFill>
                <a:latin typeface="Georgia" pitchFamily="18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6189127F-6289-4018-9D06-A575F8A265FE}" type="slidenum">
              <a:rPr lang="zh-CN" altLang="en-US" sz="1800">
                <a:solidFill>
                  <a:srgbClr val="FFFFFF"/>
                </a:solidFill>
                <a:latin typeface="Times New Roman" pitchFamily="18" charset="0"/>
              </a:rPr>
              <a:pPr>
                <a:spcBef>
                  <a:spcPct val="0"/>
                </a:spcBef>
                <a:buClrTx/>
                <a:buFontTx/>
                <a:buNone/>
              </a:pPr>
              <a:t>6</a:t>
            </a:fld>
            <a:endParaRPr lang="en-US" altLang="zh-CN" sz="1800">
              <a:solidFill>
                <a:srgbClr val="FFFFFF"/>
              </a:solidFill>
              <a:latin typeface="Times New Roman" pitchFamily="18" charset="0"/>
            </a:endParaRPr>
          </a:p>
        </p:txBody>
      </p:sp>
      <p:sp>
        <p:nvSpPr>
          <p:cNvPr id="552962" name="Rectangle 2">
            <a:extLst>
              <a:ext uri="{FF2B5EF4-FFF2-40B4-BE49-F238E27FC236}">
                <a16:creationId xmlns:a16="http://schemas.microsoft.com/office/drawing/2014/main" id="{5DF96041-039A-41B6-BA9C-EEEF6D5B433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685800" y="304800"/>
            <a:ext cx="7772400" cy="652463"/>
          </a:xfrm>
          <a:extLst>
            <a:ext uri="{91240B29-F687-4F45-9708-019B960494DF}">
              <a14:hiddenLine xmlns:a14="http://schemas.microsoft.com/office/drawing/2010/main" w="9525" cap="flat" cmpd="sng">
                <a:solidFill>
                  <a:schemeClr val="tx1"/>
                </a:solidFill>
                <a:prstDash val="solid"/>
                <a:miter lim="800000"/>
                <a:headEnd/>
                <a:tailEnd/>
              </a14:hiddenLine>
            </a:ext>
          </a:extLst>
        </p:spPr>
        <p:txBody>
          <a:bodyPr lIns="97332" tIns="48667" rIns="97332" bIns="48667" anchor="t">
            <a:spAutoFit/>
          </a:bodyPr>
          <a:lstStyle/>
          <a:p>
            <a:pPr defTabSz="966788" eaLnBrk="1" hangingPunct="1">
              <a:lnSpc>
                <a:spcPct val="90000"/>
              </a:lnSpc>
              <a:defRPr/>
            </a:pPr>
            <a:r>
              <a:rPr lang="zh-CN" altLang="en-US" b="1" dirty="0">
                <a:solidFill>
                  <a:schemeClr val="tx1">
                    <a:lumMod val="85000"/>
                    <a:lumOff val="15000"/>
                  </a:schemeClr>
                </a:solidFill>
                <a:latin typeface="华文新魏" pitchFamily="2" charset="-122"/>
                <a:ea typeface="华文新魏" pitchFamily="2" charset="-122"/>
              </a:rPr>
              <a:t>实验</a:t>
            </a:r>
            <a:r>
              <a:rPr lang="en-US" altLang="zh-CN" b="1" dirty="0">
                <a:solidFill>
                  <a:schemeClr val="tx1">
                    <a:lumMod val="85000"/>
                    <a:lumOff val="15000"/>
                  </a:schemeClr>
                </a:solidFill>
                <a:latin typeface="华文新魏" pitchFamily="2" charset="-122"/>
                <a:ea typeface="华文新魏" pitchFamily="2" charset="-122"/>
              </a:rPr>
              <a:t>2</a:t>
            </a:r>
            <a:r>
              <a:rPr lang="zh-CN" altLang="en-US" b="1" dirty="0">
                <a:solidFill>
                  <a:schemeClr val="tx1">
                    <a:lumMod val="85000"/>
                    <a:lumOff val="15000"/>
                  </a:schemeClr>
                </a:solidFill>
                <a:latin typeface="华文新魏" pitchFamily="2" charset="-122"/>
                <a:ea typeface="华文新魏" pitchFamily="2" charset="-122"/>
              </a:rPr>
              <a:t> </a:t>
            </a:r>
            <a:r>
              <a:rPr lang="en-US" altLang="zh-CN" b="1" dirty="0">
                <a:solidFill>
                  <a:schemeClr val="tx1">
                    <a:lumMod val="85000"/>
                    <a:lumOff val="15000"/>
                  </a:schemeClr>
                </a:solidFill>
                <a:latin typeface="华文新魏" pitchFamily="2" charset="-122"/>
                <a:ea typeface="华文新魏" pitchFamily="2" charset="-122"/>
              </a:rPr>
              <a:t>Linux</a:t>
            </a:r>
            <a:r>
              <a:rPr lang="zh-CN" altLang="en-US" b="1" dirty="0">
                <a:solidFill>
                  <a:schemeClr val="tx1">
                    <a:lumMod val="85000"/>
                    <a:lumOff val="15000"/>
                  </a:schemeClr>
                </a:solidFill>
                <a:latin typeface="华文新魏" pitchFamily="2" charset="-122"/>
                <a:ea typeface="华文新魏" pitchFamily="2" charset="-122"/>
              </a:rPr>
              <a:t>的基本操作（续）</a:t>
            </a:r>
            <a:endParaRPr lang="zh-CN" altLang="en-US" sz="4800" b="1" dirty="0">
              <a:solidFill>
                <a:schemeClr val="tx1">
                  <a:lumMod val="85000"/>
                  <a:lumOff val="15000"/>
                </a:schemeClr>
              </a:solidFill>
              <a:latin typeface="Times New Roman" pitchFamily="18" charset="0"/>
              <a:ea typeface="华文新魏" pitchFamily="2" charset="-122"/>
            </a:endParaRPr>
          </a:p>
        </p:txBody>
      </p:sp>
      <p:sp>
        <p:nvSpPr>
          <p:cNvPr id="552963" name="Rectangle 3">
            <a:extLst>
              <a:ext uri="{FF2B5EF4-FFF2-40B4-BE49-F238E27FC236}">
                <a16:creationId xmlns:a16="http://schemas.microsoft.com/office/drawing/2014/main" id="{5F1963E8-C3DC-45A9-8B93-8F4EED6EAEA0}"/>
              </a:ext>
            </a:extLst>
          </p:cNvPr>
          <p:cNvSpPr>
            <a:spLocks noGrp="1" noChangeArrowheads="1"/>
          </p:cNvSpPr>
          <p:nvPr>
            <p:ph type="body" sz="half" idx="1"/>
          </p:nvPr>
        </p:nvSpPr>
        <p:spPr>
          <a:xfrm>
            <a:off x="762000" y="1655763"/>
            <a:ext cx="8077200" cy="3933825"/>
          </a:xfrm>
          <a:extLst>
            <a:ext uri="{91240B29-F687-4F45-9708-019B960494DF}">
              <a14:hiddenLine xmlns:a14="http://schemas.microsoft.com/office/drawing/2010/main" w="9525" cap="flat" cmpd="sng">
                <a:solidFill>
                  <a:schemeClr val="tx1"/>
                </a:solidFill>
                <a:prstDash val="solid"/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marL="457200" indent="-457200" algn="just" eaLnBrk="1" hangingPunct="1">
              <a:lnSpc>
                <a:spcPts val="5000"/>
              </a:lnSpc>
              <a:spcBef>
                <a:spcPct val="30000"/>
              </a:spcBef>
              <a:buClr>
                <a:schemeClr val="tx2"/>
              </a:buClr>
              <a:buSzPct val="75000"/>
              <a:buFont typeface="Wingdings" pitchFamily="2" charset="2"/>
              <a:buNone/>
              <a:defRPr/>
            </a:pPr>
            <a:r>
              <a:rPr lang="zh-CN" altLang="en-US" sz="2400" b="1" dirty="0">
                <a:effectLst>
                  <a:outerShdw blurRad="38100" dist="38100" dir="2700000" algn="tl">
                    <a:srgbClr val="000000"/>
                  </a:outerShdw>
                </a:effectLst>
                <a:latin typeface="宋体" pitchFamily="2" charset="-122"/>
              </a:rPr>
              <a:t>一、</a:t>
            </a:r>
            <a:r>
              <a:rPr lang="zh-CN" altLang="en-US" sz="2200" b="1" dirty="0">
                <a:effectLst>
                  <a:outerShdw blurRad="38100" dist="38100" dir="2700000" algn="tl">
                    <a:srgbClr val="000000"/>
                  </a:outerShdw>
                </a:effectLst>
                <a:latin typeface="宋体" pitchFamily="2" charset="-122"/>
              </a:rPr>
              <a:t>实验目的</a:t>
            </a:r>
            <a:endParaRPr lang="zh-CN" altLang="en-US" sz="2200" b="1" dirty="0">
              <a:effectLst>
                <a:outerShdw blurRad="38100" dist="38100" dir="2700000" algn="tl">
                  <a:srgbClr val="000000"/>
                </a:outerShdw>
              </a:effectLst>
              <a:latin typeface="宋体" pitchFamily="2" charset="-122"/>
              <a:cs typeface="Courier New" pitchFamily="49" charset="0"/>
            </a:endParaRPr>
          </a:p>
          <a:p>
            <a:pPr marL="457200" indent="-457200" algn="just" eaLnBrk="1" hangingPunct="1">
              <a:lnSpc>
                <a:spcPts val="5000"/>
              </a:lnSpc>
              <a:spcBef>
                <a:spcPct val="30000"/>
              </a:spcBef>
              <a:buClr>
                <a:schemeClr val="tx1"/>
              </a:buClr>
              <a:buSzPct val="75000"/>
              <a:buFont typeface="Wingdings" pitchFamily="2" charset="2"/>
              <a:buAutoNum type="arabicPeriod"/>
              <a:defRPr/>
            </a:pPr>
            <a:r>
              <a:rPr lang="zh-CN" altLang="en-US" sz="2200" b="1" dirty="0">
                <a:effectLst>
                  <a:outerShdw blurRad="38100" dist="38100" dir="2700000" algn="tl">
                    <a:srgbClr val="000000"/>
                  </a:outerShdw>
                </a:effectLst>
                <a:latin typeface="宋体" pitchFamily="2" charset="-122"/>
              </a:rPr>
              <a:t>了解管道和重定向</a:t>
            </a:r>
          </a:p>
          <a:p>
            <a:pPr marL="457200" indent="-457200" algn="just" eaLnBrk="1" hangingPunct="1">
              <a:lnSpc>
                <a:spcPts val="5000"/>
              </a:lnSpc>
              <a:spcBef>
                <a:spcPct val="30000"/>
              </a:spcBef>
              <a:buClr>
                <a:schemeClr val="tx1"/>
              </a:buClr>
              <a:buSzPct val="75000"/>
              <a:buFont typeface="Wingdings" pitchFamily="2" charset="2"/>
              <a:buAutoNum type="arabicPeriod"/>
              <a:defRPr/>
            </a:pPr>
            <a:r>
              <a:rPr lang="zh-CN" altLang="en-US" sz="2200" b="1" dirty="0">
                <a:effectLst>
                  <a:outerShdw blurRad="38100" dist="38100" dir="2700000" algn="tl">
                    <a:srgbClr val="000000"/>
                  </a:outerShdw>
                </a:effectLst>
                <a:latin typeface="宋体" pitchFamily="2" charset="-122"/>
              </a:rPr>
              <a:t>熟悉基本的</a:t>
            </a:r>
            <a:r>
              <a:rPr lang="en-US" altLang="zh-CN" sz="2200" b="1" dirty="0">
                <a:effectLst>
                  <a:outerShdw blurRad="38100" dist="38100" dir="2700000" algn="tl">
                    <a:srgbClr val="000000"/>
                  </a:outerShdw>
                </a:effectLst>
                <a:latin typeface="宋体" pitchFamily="2" charset="-122"/>
              </a:rPr>
              <a:t>Linux</a:t>
            </a:r>
            <a:r>
              <a:rPr lang="zh-CN" altLang="en-US" sz="2200" b="1" dirty="0">
                <a:effectLst>
                  <a:outerShdw blurRad="38100" dist="38100" dir="2700000" algn="tl">
                    <a:srgbClr val="000000"/>
                  </a:outerShdw>
                </a:effectLst>
                <a:latin typeface="宋体" pitchFamily="2" charset="-122"/>
              </a:rPr>
              <a:t>脚本的编写</a:t>
            </a:r>
            <a:endParaRPr lang="en-US" altLang="zh-CN" sz="2200" b="1" dirty="0">
              <a:effectLst>
                <a:outerShdw blurRad="38100" dist="38100" dir="2700000" algn="tl">
                  <a:srgbClr val="000000"/>
                </a:outerShdw>
              </a:effectLst>
              <a:latin typeface="宋体" pitchFamily="2" charset="-122"/>
            </a:endParaRPr>
          </a:p>
          <a:p>
            <a:pPr marL="457200" indent="-457200" algn="just" eaLnBrk="1" hangingPunct="1">
              <a:lnSpc>
                <a:spcPts val="5000"/>
              </a:lnSpc>
              <a:spcBef>
                <a:spcPct val="30000"/>
              </a:spcBef>
              <a:buClr>
                <a:schemeClr val="tx1"/>
              </a:buClr>
              <a:buSzPct val="75000"/>
              <a:buFont typeface="Wingdings" pitchFamily="2" charset="2"/>
              <a:buAutoNum type="arabicPeriod"/>
              <a:defRPr/>
            </a:pPr>
            <a:r>
              <a:rPr lang="en-US" altLang="zh-CN" sz="2200" b="1" baseline="30000" dirty="0">
                <a:effectLst>
                  <a:outerShdw blurRad="38100" dist="38100" dir="2700000" algn="tl">
                    <a:srgbClr val="000000"/>
                  </a:outerShdw>
                </a:effectLst>
                <a:latin typeface="宋体" pitchFamily="2" charset="-122"/>
              </a:rPr>
              <a:t>*</a:t>
            </a:r>
            <a:r>
              <a:rPr lang="zh-CN" altLang="en-US" sz="2200" b="1" dirty="0">
                <a:effectLst>
                  <a:outerShdw blurRad="38100" dist="38100" dir="2700000" algn="tl">
                    <a:srgbClr val="000000"/>
                  </a:outerShdw>
                </a:effectLst>
                <a:latin typeface="宋体" pitchFamily="2" charset="-122"/>
              </a:rPr>
              <a:t>熟悉基本的</a:t>
            </a:r>
            <a:r>
              <a:rPr lang="en-US" altLang="zh-CN" sz="2200" b="1" dirty="0" err="1">
                <a:effectLst>
                  <a:outerShdw blurRad="38100" dist="38100" dir="2700000" algn="tl">
                    <a:srgbClr val="000000"/>
                  </a:outerShdw>
                </a:effectLst>
                <a:latin typeface="宋体" pitchFamily="2" charset="-122"/>
              </a:rPr>
              <a:t>Makefile</a:t>
            </a:r>
            <a:r>
              <a:rPr lang="zh-CN" altLang="en-US" sz="2200" b="1" dirty="0">
                <a:effectLst>
                  <a:outerShdw blurRad="38100" dist="38100" dir="2700000" algn="tl">
                    <a:srgbClr val="000000"/>
                  </a:outerShdw>
                </a:effectLst>
                <a:latin typeface="宋体" pitchFamily="2" charset="-122"/>
              </a:rPr>
              <a:t>脚本的编写</a:t>
            </a:r>
            <a:endParaRPr lang="en-US" altLang="zh-CN" sz="2200" b="1" dirty="0">
              <a:effectLst>
                <a:outerShdw blurRad="38100" dist="38100" dir="2700000" algn="tl">
                  <a:srgbClr val="000000"/>
                </a:outerShdw>
              </a:effectLst>
              <a:latin typeface="宋体" pitchFamily="2" charset="-122"/>
            </a:endParaRPr>
          </a:p>
          <a:p>
            <a:pPr marL="0" indent="0" algn="just" eaLnBrk="1" hangingPunct="1">
              <a:lnSpc>
                <a:spcPts val="5000"/>
              </a:lnSpc>
              <a:spcBef>
                <a:spcPct val="30000"/>
              </a:spcBef>
              <a:buClr>
                <a:schemeClr val="tx1"/>
              </a:buClr>
              <a:buSzPct val="75000"/>
              <a:buFont typeface="Georgia" pitchFamily="18" charset="0"/>
              <a:buNone/>
              <a:defRPr/>
            </a:pPr>
            <a:r>
              <a:rPr lang="zh-CN" altLang="en-US" sz="2200" b="1" dirty="0">
                <a:effectLst>
                  <a:outerShdw blurRad="38100" dist="38100" dir="2700000" algn="tl">
                    <a:srgbClr val="000000"/>
                  </a:outerShdw>
                </a:effectLst>
                <a:latin typeface="宋体" pitchFamily="2" charset="-122"/>
              </a:rPr>
              <a:t>二、实验环境</a:t>
            </a:r>
            <a:endParaRPr lang="zh-CN" altLang="en-US" sz="2200" b="1" dirty="0">
              <a:effectLst>
                <a:outerShdw blurRad="38100" dist="38100" dir="2700000" algn="tl">
                  <a:srgbClr val="000000"/>
                </a:outerShdw>
              </a:effectLst>
              <a:latin typeface="宋体" pitchFamily="2" charset="-122"/>
              <a:cs typeface="Courier New" pitchFamily="49" charset="0"/>
            </a:endParaRPr>
          </a:p>
          <a:p>
            <a:pPr marL="457200" indent="-457200" algn="just" eaLnBrk="1" hangingPunct="1">
              <a:lnSpc>
                <a:spcPts val="5000"/>
              </a:lnSpc>
              <a:spcBef>
                <a:spcPct val="30000"/>
              </a:spcBef>
              <a:buClr>
                <a:schemeClr val="tx1"/>
              </a:buClr>
              <a:buSzPct val="75000"/>
              <a:buFont typeface="Wingdings" pitchFamily="2" charset="2"/>
              <a:buAutoNum type="arabicPeriod"/>
              <a:defRPr/>
            </a:pPr>
            <a:r>
              <a:rPr lang="en-US" altLang="zh-CN" sz="2200" b="1" dirty="0">
                <a:effectLst>
                  <a:outerShdw blurRad="38100" dist="38100" dir="2700000" algn="tl">
                    <a:srgbClr val="000000"/>
                  </a:outerShdw>
                </a:effectLst>
                <a:latin typeface="宋体" pitchFamily="2" charset="-122"/>
              </a:rPr>
              <a:t>Ubuntu 12.4</a:t>
            </a:r>
            <a:r>
              <a:rPr lang="zh-CN" altLang="en-US" sz="2200" b="1" dirty="0">
                <a:effectLst>
                  <a:outerShdw blurRad="38100" dist="38100" dir="2700000" algn="tl">
                    <a:srgbClr val="000000"/>
                  </a:outerShdw>
                </a:effectLst>
                <a:latin typeface="宋体" pitchFamily="2" charset="-122"/>
              </a:rPr>
              <a:t>（</a:t>
            </a:r>
            <a:r>
              <a:rPr lang="en-US" altLang="zh-CN" sz="2200" b="1" dirty="0">
                <a:effectLst>
                  <a:outerShdw blurRad="38100" dist="38100" dir="2700000" algn="tl">
                    <a:srgbClr val="000000"/>
                  </a:outerShdw>
                </a:effectLst>
                <a:latin typeface="宋体" pitchFamily="2" charset="-122"/>
              </a:rPr>
              <a:t>32</a:t>
            </a:r>
            <a:r>
              <a:rPr lang="zh-CN" altLang="en-US" sz="2200" b="1" dirty="0">
                <a:effectLst>
                  <a:outerShdw blurRad="38100" dist="38100" dir="2700000" algn="tl">
                    <a:srgbClr val="000000"/>
                  </a:outerShdw>
                </a:effectLst>
                <a:latin typeface="宋体" pitchFamily="2" charset="-122"/>
              </a:rPr>
              <a:t>位，简体中文）</a:t>
            </a:r>
            <a:endParaRPr lang="zh-CN" altLang="en-US" sz="2200" b="1" dirty="0">
              <a:effectLst>
                <a:outerShdw blurRad="38100" dist="38100" dir="2700000" algn="tl">
                  <a:srgbClr val="000000"/>
                </a:outerShdw>
              </a:effectLst>
              <a:latin typeface="宋体" pitchFamily="2" charset="-122"/>
              <a:cs typeface="Courier New" pitchFamily="49" charset="0"/>
            </a:endParaRPr>
          </a:p>
        </p:txBody>
      </p:sp>
      <p:sp>
        <p:nvSpPr>
          <p:cNvPr id="7173" name="Line 4"/>
          <p:cNvSpPr>
            <a:spLocks noChangeShapeType="1"/>
          </p:cNvSpPr>
          <p:nvPr/>
        </p:nvSpPr>
        <p:spPr bwMode="auto">
          <a:xfrm>
            <a:off x="0" y="1143000"/>
            <a:ext cx="9144000" cy="0"/>
          </a:xfrm>
          <a:prstGeom prst="line">
            <a:avLst/>
          </a:prstGeom>
          <a:noFill/>
          <a:ln w="38100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7174" name="Line 5"/>
          <p:cNvSpPr>
            <a:spLocks noChangeShapeType="1"/>
          </p:cNvSpPr>
          <p:nvPr/>
        </p:nvSpPr>
        <p:spPr bwMode="auto">
          <a:xfrm>
            <a:off x="533400" y="0"/>
            <a:ext cx="0" cy="6858000"/>
          </a:xfrm>
          <a:prstGeom prst="line">
            <a:avLst/>
          </a:prstGeom>
          <a:noFill/>
          <a:ln w="38100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96455516"/>
      </p:ext>
    </p:extLst>
  </p:cSld>
  <p:clrMapOvr>
    <a:masterClrMapping/>
  </p:clrMapOvr>
  <p:transition>
    <p:random/>
    <p:sndAc>
      <p:stSnd>
        <p:snd r:embed="rId2" name="projctor.wav"/>
      </p:stSnd>
    </p:sndAc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灯片编号占位符 6"/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ts val="300"/>
              </a:spcBef>
              <a:buClr>
                <a:srgbClr val="A04DA3"/>
              </a:buClr>
              <a:buFont typeface="Georgia" pitchFamily="18" charset="0"/>
              <a:buChar char="•"/>
              <a:defRPr sz="2800">
                <a:solidFill>
                  <a:schemeClr val="tx1"/>
                </a:solidFill>
                <a:latin typeface="Georgia" pitchFamily="18" charset="0"/>
              </a:defRPr>
            </a:lvl1pPr>
            <a:lvl2pPr marL="742950" indent="-285750">
              <a:spcBef>
                <a:spcPts val="300"/>
              </a:spcBef>
              <a:buClr>
                <a:schemeClr val="accent2"/>
              </a:buClr>
              <a:buFont typeface="Georgia" pitchFamily="18" charset="0"/>
              <a:buChar char="▫"/>
              <a:defRPr sz="2600">
                <a:solidFill>
                  <a:schemeClr val="accent2"/>
                </a:solidFill>
                <a:latin typeface="Georgia" pitchFamily="18" charset="0"/>
              </a:defRPr>
            </a:lvl2pPr>
            <a:lvl3pPr marL="1143000" indent="-228600">
              <a:spcBef>
                <a:spcPts val="300"/>
              </a:spcBef>
              <a:buClr>
                <a:schemeClr val="accent1"/>
              </a:buClr>
              <a:buFont typeface="Wingdings 2" pitchFamily="18" charset="2"/>
              <a:buChar char=""/>
              <a:defRPr sz="2400">
                <a:solidFill>
                  <a:schemeClr val="accent1"/>
                </a:solidFill>
                <a:latin typeface="Georgia" pitchFamily="18" charset="0"/>
              </a:defRPr>
            </a:lvl3pPr>
            <a:lvl4pPr marL="1600200" indent="-228600">
              <a:spcBef>
                <a:spcPts val="300"/>
              </a:spcBef>
              <a:buClr>
                <a:schemeClr val="accent1"/>
              </a:buClr>
              <a:buFont typeface="Wingdings 2" pitchFamily="18" charset="2"/>
              <a:buChar char=""/>
              <a:defRPr sz="2200">
                <a:solidFill>
                  <a:schemeClr val="accent1"/>
                </a:solidFill>
                <a:latin typeface="Georgia" pitchFamily="18" charset="0"/>
              </a:defRPr>
            </a:lvl4pPr>
            <a:lvl5pPr marL="2057400" indent="-228600">
              <a:spcBef>
                <a:spcPts val="300"/>
              </a:spcBef>
              <a:buClr>
                <a:srgbClr val="A04DA3"/>
              </a:buClr>
              <a:buFont typeface="Georgia" pitchFamily="18" charset="0"/>
              <a:buChar char="▫"/>
              <a:defRPr sz="2000">
                <a:solidFill>
                  <a:srgbClr val="A04DA3"/>
                </a:solidFill>
                <a:latin typeface="Georgia" pitchFamily="18" charset="0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rgbClr val="A04DA3"/>
              </a:buClr>
              <a:buFont typeface="Georgia" pitchFamily="18" charset="0"/>
              <a:buChar char="▫"/>
              <a:defRPr sz="2000">
                <a:solidFill>
                  <a:srgbClr val="A04DA3"/>
                </a:solidFill>
                <a:latin typeface="Georgia" pitchFamily="18" charset="0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rgbClr val="A04DA3"/>
              </a:buClr>
              <a:buFont typeface="Georgia" pitchFamily="18" charset="0"/>
              <a:buChar char="▫"/>
              <a:defRPr sz="2000">
                <a:solidFill>
                  <a:srgbClr val="A04DA3"/>
                </a:solidFill>
                <a:latin typeface="Georgia" pitchFamily="18" charset="0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rgbClr val="A04DA3"/>
              </a:buClr>
              <a:buFont typeface="Georgia" pitchFamily="18" charset="0"/>
              <a:buChar char="▫"/>
              <a:defRPr sz="2000">
                <a:solidFill>
                  <a:srgbClr val="A04DA3"/>
                </a:solidFill>
                <a:latin typeface="Georgia" pitchFamily="18" charset="0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rgbClr val="A04DA3"/>
              </a:buClr>
              <a:buFont typeface="Georgia" pitchFamily="18" charset="0"/>
              <a:buChar char="▫"/>
              <a:defRPr sz="2000">
                <a:solidFill>
                  <a:srgbClr val="A04DA3"/>
                </a:solidFill>
                <a:latin typeface="Georgia" pitchFamily="18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2F8D69C8-3DEE-4DBA-AAD4-59FF0B45ABDB}" type="slidenum">
              <a:rPr lang="zh-CN" altLang="en-US" sz="1800">
                <a:solidFill>
                  <a:srgbClr val="FFFFFF"/>
                </a:solidFill>
                <a:latin typeface="Times New Roman" pitchFamily="18" charset="0"/>
              </a:rPr>
              <a:pPr>
                <a:spcBef>
                  <a:spcPct val="0"/>
                </a:spcBef>
                <a:buClrTx/>
                <a:buFontTx/>
                <a:buNone/>
              </a:pPr>
              <a:t>7</a:t>
            </a:fld>
            <a:endParaRPr lang="en-US" altLang="zh-CN" sz="1800">
              <a:solidFill>
                <a:srgbClr val="FFFFFF"/>
              </a:solidFill>
              <a:latin typeface="Times New Roman" pitchFamily="18" charset="0"/>
            </a:endParaRPr>
          </a:p>
        </p:txBody>
      </p:sp>
      <p:sp>
        <p:nvSpPr>
          <p:cNvPr id="552962" name="Rectangle 2">
            <a:extLst>
              <a:ext uri="{FF2B5EF4-FFF2-40B4-BE49-F238E27FC236}">
                <a16:creationId xmlns:a16="http://schemas.microsoft.com/office/drawing/2014/main" id="{21330B7E-FBDA-4FA3-BD32-333778868E8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685800" y="304800"/>
            <a:ext cx="7772400" cy="652463"/>
          </a:xfrm>
          <a:extLst>
            <a:ext uri="{91240B29-F687-4F45-9708-019B960494DF}">
              <a14:hiddenLine xmlns:a14="http://schemas.microsoft.com/office/drawing/2010/main" w="9525" cap="flat" cmpd="sng">
                <a:solidFill>
                  <a:schemeClr val="tx1"/>
                </a:solidFill>
                <a:prstDash val="solid"/>
                <a:miter lim="800000"/>
                <a:headEnd/>
                <a:tailEnd/>
              </a14:hiddenLine>
            </a:ext>
          </a:extLst>
        </p:spPr>
        <p:txBody>
          <a:bodyPr lIns="97332" tIns="48667" rIns="97332" bIns="48667" anchor="t">
            <a:spAutoFit/>
          </a:bodyPr>
          <a:lstStyle/>
          <a:p>
            <a:pPr defTabSz="966788" eaLnBrk="1" hangingPunct="1">
              <a:lnSpc>
                <a:spcPct val="90000"/>
              </a:lnSpc>
              <a:defRPr/>
            </a:pPr>
            <a:r>
              <a:rPr lang="zh-CN" altLang="en-US" b="1" dirty="0">
                <a:solidFill>
                  <a:schemeClr val="tx1">
                    <a:lumMod val="85000"/>
                    <a:lumOff val="15000"/>
                  </a:schemeClr>
                </a:solidFill>
                <a:latin typeface="华文新魏" pitchFamily="2" charset="-122"/>
                <a:ea typeface="华文新魏" pitchFamily="2" charset="-122"/>
              </a:rPr>
              <a:t>实验</a:t>
            </a:r>
            <a:r>
              <a:rPr lang="en-US" altLang="zh-CN" b="1" dirty="0">
                <a:solidFill>
                  <a:schemeClr val="tx1">
                    <a:lumMod val="85000"/>
                    <a:lumOff val="15000"/>
                  </a:schemeClr>
                </a:solidFill>
                <a:latin typeface="华文新魏" pitchFamily="2" charset="-122"/>
                <a:ea typeface="华文新魏" pitchFamily="2" charset="-122"/>
              </a:rPr>
              <a:t>2</a:t>
            </a:r>
            <a:r>
              <a:rPr lang="zh-CN" altLang="en-US" b="1" dirty="0">
                <a:solidFill>
                  <a:schemeClr val="tx1">
                    <a:lumMod val="85000"/>
                    <a:lumOff val="15000"/>
                  </a:schemeClr>
                </a:solidFill>
                <a:latin typeface="华文新魏" pitchFamily="2" charset="-122"/>
                <a:ea typeface="华文新魏" pitchFamily="2" charset="-122"/>
              </a:rPr>
              <a:t> </a:t>
            </a:r>
            <a:r>
              <a:rPr lang="en-US" altLang="zh-CN" b="1" dirty="0">
                <a:solidFill>
                  <a:schemeClr val="tx1">
                    <a:lumMod val="85000"/>
                    <a:lumOff val="15000"/>
                  </a:schemeClr>
                </a:solidFill>
                <a:latin typeface="华文新魏" pitchFamily="2" charset="-122"/>
                <a:ea typeface="华文新魏" pitchFamily="2" charset="-122"/>
              </a:rPr>
              <a:t>Linux</a:t>
            </a:r>
            <a:r>
              <a:rPr lang="zh-CN" altLang="en-US" b="1" dirty="0">
                <a:solidFill>
                  <a:schemeClr val="tx1">
                    <a:lumMod val="85000"/>
                    <a:lumOff val="15000"/>
                  </a:schemeClr>
                </a:solidFill>
                <a:latin typeface="华文新魏" pitchFamily="2" charset="-122"/>
                <a:ea typeface="华文新魏" pitchFamily="2" charset="-122"/>
              </a:rPr>
              <a:t>的基本操作（续）</a:t>
            </a:r>
            <a:endParaRPr lang="zh-CN" altLang="en-US" sz="4800" b="1" dirty="0">
              <a:solidFill>
                <a:schemeClr val="tx1">
                  <a:lumMod val="85000"/>
                  <a:lumOff val="15000"/>
                </a:schemeClr>
              </a:solidFill>
              <a:latin typeface="Times New Roman" pitchFamily="18" charset="0"/>
              <a:ea typeface="华文新魏" pitchFamily="2" charset="-122"/>
            </a:endParaRPr>
          </a:p>
        </p:txBody>
      </p:sp>
      <p:sp>
        <p:nvSpPr>
          <p:cNvPr id="552963" name="Rectangle 3">
            <a:extLst>
              <a:ext uri="{FF2B5EF4-FFF2-40B4-BE49-F238E27FC236}">
                <a16:creationId xmlns:a16="http://schemas.microsoft.com/office/drawing/2014/main" id="{E728424E-E266-4BA0-9CF1-2B82A75220E9}"/>
              </a:ext>
            </a:extLst>
          </p:cNvPr>
          <p:cNvSpPr>
            <a:spLocks noGrp="1" noChangeArrowheads="1"/>
          </p:cNvSpPr>
          <p:nvPr>
            <p:ph type="body" sz="half" idx="1"/>
          </p:nvPr>
        </p:nvSpPr>
        <p:spPr>
          <a:xfrm>
            <a:off x="755650" y="1557338"/>
            <a:ext cx="7848600" cy="4608512"/>
          </a:xfrm>
          <a:extLst>
            <a:ext uri="{91240B29-F687-4F45-9708-019B960494DF}">
              <a14:hiddenLine xmlns:a14="http://schemas.microsoft.com/office/drawing/2010/main" w="9525" cap="flat" cmpd="sng">
                <a:solidFill>
                  <a:schemeClr val="tx1"/>
                </a:solidFill>
                <a:prstDash val="solid"/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marL="457200" indent="-457200" algn="just" eaLnBrk="1" hangingPunct="1">
              <a:lnSpc>
                <a:spcPts val="5400"/>
              </a:lnSpc>
              <a:spcBef>
                <a:spcPct val="30000"/>
              </a:spcBef>
              <a:buClr>
                <a:schemeClr val="tx2"/>
              </a:buClr>
              <a:buSzPct val="75000"/>
              <a:buFont typeface="Wingdings" pitchFamily="2" charset="2"/>
              <a:buNone/>
              <a:defRPr/>
            </a:pPr>
            <a:r>
              <a:rPr lang="zh-CN" altLang="en-US" sz="2400" b="1" dirty="0">
                <a:effectLst>
                  <a:outerShdw blurRad="38100" dist="38100" dir="2700000" algn="tl">
                    <a:srgbClr val="000000"/>
                  </a:outerShdw>
                </a:effectLst>
                <a:latin typeface="宋体" pitchFamily="2" charset="-122"/>
              </a:rPr>
              <a:t>三、</a:t>
            </a:r>
            <a:r>
              <a:rPr lang="zh-CN" altLang="en-US" sz="2200" b="1" dirty="0">
                <a:effectLst>
                  <a:outerShdw blurRad="38100" dist="38100" dir="2700000" algn="tl">
                    <a:srgbClr val="000000"/>
                  </a:outerShdw>
                </a:effectLst>
                <a:latin typeface="宋体" pitchFamily="2" charset="-122"/>
              </a:rPr>
              <a:t>实验内容</a:t>
            </a:r>
            <a:endParaRPr lang="zh-CN" altLang="en-US" sz="2200" b="1" dirty="0">
              <a:effectLst>
                <a:outerShdw blurRad="38100" dist="38100" dir="2700000" algn="tl">
                  <a:srgbClr val="000000"/>
                </a:outerShdw>
              </a:effectLst>
              <a:latin typeface="宋体" pitchFamily="2" charset="-122"/>
              <a:cs typeface="Courier New" pitchFamily="49" charset="0"/>
            </a:endParaRPr>
          </a:p>
          <a:p>
            <a:pPr marL="457200" indent="-457200" algn="just" eaLnBrk="1" hangingPunct="1">
              <a:lnSpc>
                <a:spcPts val="5400"/>
              </a:lnSpc>
              <a:spcBef>
                <a:spcPct val="30000"/>
              </a:spcBef>
              <a:buClr>
                <a:schemeClr val="tx1"/>
              </a:buClr>
              <a:buSzPct val="100000"/>
              <a:buFont typeface="Wingdings" pitchFamily="2" charset="2"/>
              <a:buAutoNum type="arabicPeriod"/>
              <a:defRPr/>
            </a:pPr>
            <a:r>
              <a:rPr lang="zh-CN" altLang="en-US" sz="2200" b="1" dirty="0">
                <a:effectLst>
                  <a:outerShdw blurRad="38100" dist="38100" dir="2700000" algn="tl">
                    <a:srgbClr val="000000"/>
                  </a:outerShdw>
                </a:effectLst>
                <a:latin typeface="宋体" pitchFamily="2" charset="-122"/>
              </a:rPr>
              <a:t>将当前用户目录下的文件清单输出到文件</a:t>
            </a:r>
            <a:r>
              <a:rPr lang="en-US" altLang="zh-CN" sz="2200" b="1" dirty="0">
                <a:effectLst>
                  <a:outerShdw blurRad="38100" dist="38100" dir="2700000" algn="tl">
                    <a:srgbClr val="000000"/>
                  </a:outerShdw>
                </a:effectLst>
                <a:latin typeface="宋体" pitchFamily="2" charset="-122"/>
              </a:rPr>
              <a:t>list1.txt</a:t>
            </a:r>
            <a:r>
              <a:rPr lang="zh-CN" altLang="en-US" sz="2200" b="1" dirty="0">
                <a:effectLst>
                  <a:outerShdw blurRad="38100" dist="38100" dir="2700000" algn="tl">
                    <a:srgbClr val="000000"/>
                  </a:outerShdw>
                </a:effectLst>
                <a:latin typeface="宋体" pitchFamily="2" charset="-122"/>
              </a:rPr>
              <a:t>（当前用户目录下）中。</a:t>
            </a:r>
            <a:endParaRPr lang="en-US" altLang="zh-CN" sz="2200" b="1" dirty="0">
              <a:effectLst>
                <a:outerShdw blurRad="38100" dist="38100" dir="2700000" algn="tl">
                  <a:srgbClr val="000000"/>
                </a:outerShdw>
              </a:effectLst>
              <a:latin typeface="宋体" pitchFamily="2" charset="-122"/>
            </a:endParaRPr>
          </a:p>
          <a:p>
            <a:pPr marL="457200" indent="-457200" algn="just" eaLnBrk="1" hangingPunct="1">
              <a:lnSpc>
                <a:spcPts val="5400"/>
              </a:lnSpc>
              <a:spcBef>
                <a:spcPct val="30000"/>
              </a:spcBef>
              <a:buClr>
                <a:schemeClr val="tx1"/>
              </a:buClr>
              <a:buSzPct val="100000"/>
              <a:buFont typeface="Wingdings" pitchFamily="2" charset="2"/>
              <a:buAutoNum type="arabicPeriod"/>
              <a:defRPr/>
            </a:pPr>
            <a:r>
              <a:rPr lang="zh-CN" altLang="en-US" sz="2200" b="1" dirty="0">
                <a:effectLst>
                  <a:outerShdw blurRad="38100" dist="38100" dir="2700000" algn="tl">
                    <a:srgbClr val="000000"/>
                  </a:outerShdw>
                </a:effectLst>
                <a:latin typeface="宋体" pitchFamily="2" charset="-122"/>
              </a:rPr>
              <a:t>利用管道命令将根（</a:t>
            </a:r>
            <a:r>
              <a:rPr lang="en-US" altLang="zh-CN" sz="2200" b="1" dirty="0">
                <a:effectLst>
                  <a:outerShdw blurRad="38100" dist="38100" dir="2700000" algn="tl">
                    <a:srgbClr val="000000"/>
                  </a:outerShdw>
                </a:effectLst>
                <a:latin typeface="宋体" pitchFamily="2" charset="-122"/>
              </a:rPr>
              <a:t>/</a:t>
            </a:r>
            <a:r>
              <a:rPr lang="zh-CN" altLang="en-US" sz="2200" b="1" dirty="0">
                <a:effectLst>
                  <a:outerShdw blurRad="38100" dist="38100" dir="2700000" algn="tl">
                    <a:srgbClr val="000000"/>
                  </a:outerShdw>
                </a:effectLst>
                <a:latin typeface="宋体" pitchFamily="2" charset="-122"/>
              </a:rPr>
              <a:t>）下所有修改日期在</a:t>
            </a:r>
            <a:r>
              <a:rPr lang="en-US" altLang="zh-CN" sz="2200" b="1" dirty="0">
                <a:effectLst>
                  <a:outerShdw blurRad="38100" dist="38100" dir="2700000" algn="tl">
                    <a:srgbClr val="000000"/>
                  </a:outerShdw>
                </a:effectLst>
                <a:latin typeface="宋体" pitchFamily="2" charset="-122"/>
              </a:rPr>
              <a:t>4</a:t>
            </a:r>
            <a:r>
              <a:rPr lang="zh-CN" altLang="en-US" sz="2200" b="1" dirty="0">
                <a:effectLst>
                  <a:outerShdw blurRad="38100" dist="38100" dir="2700000" algn="tl">
                    <a:srgbClr val="000000"/>
                  </a:outerShdw>
                </a:effectLst>
                <a:latin typeface="宋体" pitchFamily="2" charset="-122"/>
              </a:rPr>
              <a:t>月</a:t>
            </a:r>
            <a:r>
              <a:rPr lang="en-US" altLang="zh-CN" sz="2200" b="1" dirty="0">
                <a:effectLst>
                  <a:outerShdw blurRad="38100" dist="38100" dir="2700000" algn="tl">
                    <a:srgbClr val="000000"/>
                  </a:outerShdw>
                </a:effectLst>
                <a:latin typeface="宋体" pitchFamily="2" charset="-122"/>
              </a:rPr>
              <a:t>16</a:t>
            </a:r>
            <a:r>
              <a:rPr lang="zh-CN" altLang="en-US" sz="2200" b="1" dirty="0">
                <a:effectLst>
                  <a:outerShdw blurRad="38100" dist="38100" dir="2700000" algn="tl">
                    <a:srgbClr val="000000"/>
                  </a:outerShdw>
                </a:effectLst>
                <a:latin typeface="宋体" pitchFamily="2" charset="-122"/>
              </a:rPr>
              <a:t>日的文件清单输出到</a:t>
            </a:r>
            <a:r>
              <a:rPr lang="en-US" altLang="zh-CN" sz="2200" b="1" dirty="0">
                <a:effectLst>
                  <a:outerShdw blurRad="38100" dist="38100" dir="2700000" algn="tl">
                    <a:srgbClr val="000000"/>
                  </a:outerShdw>
                </a:effectLst>
                <a:latin typeface="宋体" pitchFamily="2" charset="-122"/>
              </a:rPr>
              <a:t>list2.txt</a:t>
            </a:r>
            <a:r>
              <a:rPr lang="zh-CN" altLang="en-US" sz="2200" b="1" dirty="0">
                <a:effectLst>
                  <a:outerShdw blurRad="38100" dist="38100" dir="2700000" algn="tl">
                    <a:srgbClr val="000000"/>
                  </a:outerShdw>
                </a:effectLst>
                <a:latin typeface="宋体" pitchFamily="2" charset="-122"/>
              </a:rPr>
              <a:t>（当前用户目录下）。</a:t>
            </a:r>
            <a:endParaRPr lang="en-US" altLang="zh-CN" sz="2200" b="1" dirty="0">
              <a:effectLst>
                <a:outerShdw blurRad="38100" dist="38100" dir="2700000" algn="tl">
                  <a:srgbClr val="000000"/>
                </a:outerShdw>
              </a:effectLst>
              <a:latin typeface="宋体" pitchFamily="2" charset="-122"/>
            </a:endParaRPr>
          </a:p>
          <a:p>
            <a:pPr marL="457200" indent="-457200" algn="just" eaLnBrk="1" hangingPunct="1">
              <a:lnSpc>
                <a:spcPts val="5400"/>
              </a:lnSpc>
              <a:spcBef>
                <a:spcPct val="30000"/>
              </a:spcBef>
              <a:buClr>
                <a:schemeClr val="tx1"/>
              </a:buClr>
              <a:buSzPct val="100000"/>
              <a:buFont typeface="Wingdings" pitchFamily="2" charset="2"/>
              <a:buAutoNum type="arabicPeriod"/>
              <a:defRPr/>
            </a:pPr>
            <a:r>
              <a:rPr lang="zh-CN" altLang="en-US" sz="2200" b="1" dirty="0">
                <a:effectLst>
                  <a:outerShdw blurRad="38100" dist="38100" dir="2700000" algn="tl">
                    <a:srgbClr val="000000"/>
                  </a:outerShdw>
                </a:effectLst>
                <a:latin typeface="宋体" pitchFamily="2" charset="-122"/>
              </a:rPr>
              <a:t>将文件</a:t>
            </a:r>
            <a:r>
              <a:rPr lang="en-US" altLang="zh-CN" sz="2200" b="1" dirty="0">
                <a:effectLst>
                  <a:outerShdw blurRad="38100" dist="38100" dir="2700000" algn="tl">
                    <a:srgbClr val="000000"/>
                  </a:outerShdw>
                </a:effectLst>
                <a:latin typeface="宋体" pitchFamily="2" charset="-122"/>
              </a:rPr>
              <a:t>list1.txt</a:t>
            </a:r>
            <a:r>
              <a:rPr lang="zh-CN" altLang="en-US" sz="2200" b="1" dirty="0">
                <a:effectLst>
                  <a:outerShdw blurRad="38100" dist="38100" dir="2700000" algn="tl">
                    <a:srgbClr val="000000"/>
                  </a:outerShdw>
                </a:effectLst>
                <a:latin typeface="宋体" pitchFamily="2" charset="-122"/>
              </a:rPr>
              <a:t>与文件</a:t>
            </a:r>
            <a:r>
              <a:rPr lang="en-US" altLang="zh-CN" sz="2200" b="1" dirty="0">
                <a:effectLst>
                  <a:outerShdw blurRad="38100" dist="38100" dir="2700000" algn="tl">
                    <a:srgbClr val="000000"/>
                  </a:outerShdw>
                </a:effectLst>
                <a:latin typeface="宋体" pitchFamily="2" charset="-122"/>
              </a:rPr>
              <a:t>list2.txt</a:t>
            </a:r>
            <a:r>
              <a:rPr lang="zh-CN" altLang="en-US" sz="2200" b="1" dirty="0">
                <a:effectLst>
                  <a:outerShdw blurRad="38100" dist="38100" dir="2700000" algn="tl">
                    <a:srgbClr val="000000"/>
                  </a:outerShdw>
                </a:effectLst>
                <a:latin typeface="宋体" pitchFamily="2" charset="-122"/>
              </a:rPr>
              <a:t>合并，输出到</a:t>
            </a:r>
            <a:r>
              <a:rPr lang="en-US" altLang="zh-CN" sz="2200" b="1" dirty="0">
                <a:effectLst>
                  <a:outerShdw blurRad="38100" dist="38100" dir="2700000" algn="tl">
                    <a:srgbClr val="000000"/>
                  </a:outerShdw>
                </a:effectLst>
                <a:latin typeface="宋体" pitchFamily="2" charset="-122"/>
              </a:rPr>
              <a:t>list.txt</a:t>
            </a:r>
            <a:r>
              <a:rPr lang="zh-CN" altLang="en-US" sz="2200" b="1" dirty="0">
                <a:effectLst>
                  <a:outerShdw blurRad="38100" dist="38100" dir="2700000" algn="tl">
                    <a:srgbClr val="000000"/>
                  </a:outerShdw>
                </a:effectLst>
                <a:latin typeface="宋体" pitchFamily="2" charset="-122"/>
              </a:rPr>
              <a:t>。</a:t>
            </a:r>
            <a:endParaRPr lang="en-US" altLang="zh-CN" sz="2200" b="1" dirty="0">
              <a:effectLst>
                <a:outerShdw blurRad="38100" dist="38100" dir="2700000" algn="tl">
                  <a:srgbClr val="000000"/>
                </a:outerShdw>
              </a:effectLst>
              <a:latin typeface="宋体" pitchFamily="2" charset="-122"/>
            </a:endParaRPr>
          </a:p>
        </p:txBody>
      </p:sp>
      <p:sp>
        <p:nvSpPr>
          <p:cNvPr id="8197" name="Line 4"/>
          <p:cNvSpPr>
            <a:spLocks noChangeShapeType="1"/>
          </p:cNvSpPr>
          <p:nvPr/>
        </p:nvSpPr>
        <p:spPr bwMode="auto">
          <a:xfrm>
            <a:off x="0" y="1143000"/>
            <a:ext cx="9144000" cy="0"/>
          </a:xfrm>
          <a:prstGeom prst="line">
            <a:avLst/>
          </a:prstGeom>
          <a:noFill/>
          <a:ln w="38100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8198" name="Line 5"/>
          <p:cNvSpPr>
            <a:spLocks noChangeShapeType="1"/>
          </p:cNvSpPr>
          <p:nvPr/>
        </p:nvSpPr>
        <p:spPr bwMode="auto">
          <a:xfrm>
            <a:off x="533400" y="0"/>
            <a:ext cx="0" cy="6858000"/>
          </a:xfrm>
          <a:prstGeom prst="line">
            <a:avLst/>
          </a:prstGeom>
          <a:noFill/>
          <a:ln w="38100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10271586"/>
      </p:ext>
    </p:extLst>
  </p:cSld>
  <p:clrMapOvr>
    <a:masterClrMapping/>
  </p:clrMapOvr>
  <p:transition>
    <p:random/>
    <p:sndAc>
      <p:stSnd>
        <p:snd r:embed="rId2" name="projctor.wav"/>
      </p:stSnd>
    </p:sndAc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灯片编号占位符 6"/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ts val="300"/>
              </a:spcBef>
              <a:buClr>
                <a:srgbClr val="A04DA3"/>
              </a:buClr>
              <a:buFont typeface="Georgia" pitchFamily="18" charset="0"/>
              <a:buChar char="•"/>
              <a:defRPr sz="2800">
                <a:solidFill>
                  <a:schemeClr val="tx1"/>
                </a:solidFill>
                <a:latin typeface="Georgia" pitchFamily="18" charset="0"/>
              </a:defRPr>
            </a:lvl1pPr>
            <a:lvl2pPr marL="742950" indent="-285750">
              <a:spcBef>
                <a:spcPts val="300"/>
              </a:spcBef>
              <a:buClr>
                <a:schemeClr val="accent2"/>
              </a:buClr>
              <a:buFont typeface="Georgia" pitchFamily="18" charset="0"/>
              <a:buChar char="▫"/>
              <a:defRPr sz="2600">
                <a:solidFill>
                  <a:schemeClr val="accent2"/>
                </a:solidFill>
                <a:latin typeface="Georgia" pitchFamily="18" charset="0"/>
              </a:defRPr>
            </a:lvl2pPr>
            <a:lvl3pPr marL="1143000" indent="-228600">
              <a:spcBef>
                <a:spcPts val="300"/>
              </a:spcBef>
              <a:buClr>
                <a:schemeClr val="accent1"/>
              </a:buClr>
              <a:buFont typeface="Wingdings 2" pitchFamily="18" charset="2"/>
              <a:buChar char=""/>
              <a:defRPr sz="2400">
                <a:solidFill>
                  <a:schemeClr val="accent1"/>
                </a:solidFill>
                <a:latin typeface="Georgia" pitchFamily="18" charset="0"/>
              </a:defRPr>
            </a:lvl3pPr>
            <a:lvl4pPr marL="1600200" indent="-228600">
              <a:spcBef>
                <a:spcPts val="300"/>
              </a:spcBef>
              <a:buClr>
                <a:schemeClr val="accent1"/>
              </a:buClr>
              <a:buFont typeface="Wingdings 2" pitchFamily="18" charset="2"/>
              <a:buChar char=""/>
              <a:defRPr sz="2200">
                <a:solidFill>
                  <a:schemeClr val="accent1"/>
                </a:solidFill>
                <a:latin typeface="Georgia" pitchFamily="18" charset="0"/>
              </a:defRPr>
            </a:lvl4pPr>
            <a:lvl5pPr marL="2057400" indent="-228600">
              <a:spcBef>
                <a:spcPts val="300"/>
              </a:spcBef>
              <a:buClr>
                <a:srgbClr val="A04DA3"/>
              </a:buClr>
              <a:buFont typeface="Georgia" pitchFamily="18" charset="0"/>
              <a:buChar char="▫"/>
              <a:defRPr sz="2000">
                <a:solidFill>
                  <a:srgbClr val="A04DA3"/>
                </a:solidFill>
                <a:latin typeface="Georgia" pitchFamily="18" charset="0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rgbClr val="A04DA3"/>
              </a:buClr>
              <a:buFont typeface="Georgia" pitchFamily="18" charset="0"/>
              <a:buChar char="▫"/>
              <a:defRPr sz="2000">
                <a:solidFill>
                  <a:srgbClr val="A04DA3"/>
                </a:solidFill>
                <a:latin typeface="Georgia" pitchFamily="18" charset="0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rgbClr val="A04DA3"/>
              </a:buClr>
              <a:buFont typeface="Georgia" pitchFamily="18" charset="0"/>
              <a:buChar char="▫"/>
              <a:defRPr sz="2000">
                <a:solidFill>
                  <a:srgbClr val="A04DA3"/>
                </a:solidFill>
                <a:latin typeface="Georgia" pitchFamily="18" charset="0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rgbClr val="A04DA3"/>
              </a:buClr>
              <a:buFont typeface="Georgia" pitchFamily="18" charset="0"/>
              <a:buChar char="▫"/>
              <a:defRPr sz="2000">
                <a:solidFill>
                  <a:srgbClr val="A04DA3"/>
                </a:solidFill>
                <a:latin typeface="Georgia" pitchFamily="18" charset="0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rgbClr val="A04DA3"/>
              </a:buClr>
              <a:buFont typeface="Georgia" pitchFamily="18" charset="0"/>
              <a:buChar char="▫"/>
              <a:defRPr sz="2000">
                <a:solidFill>
                  <a:srgbClr val="A04DA3"/>
                </a:solidFill>
                <a:latin typeface="Georgia" pitchFamily="18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7658D712-6C71-4682-AE51-6A89CB49FF30}" type="slidenum">
              <a:rPr lang="zh-CN" altLang="en-US" sz="1800">
                <a:solidFill>
                  <a:srgbClr val="FFFFFF"/>
                </a:solidFill>
                <a:latin typeface="Times New Roman" pitchFamily="18" charset="0"/>
              </a:rPr>
              <a:pPr>
                <a:spcBef>
                  <a:spcPct val="0"/>
                </a:spcBef>
                <a:buClrTx/>
                <a:buFontTx/>
                <a:buNone/>
              </a:pPr>
              <a:t>8</a:t>
            </a:fld>
            <a:endParaRPr lang="en-US" altLang="zh-CN" sz="1800">
              <a:solidFill>
                <a:srgbClr val="FFFFFF"/>
              </a:solidFill>
              <a:latin typeface="Times New Roman" pitchFamily="18" charset="0"/>
            </a:endParaRPr>
          </a:p>
        </p:txBody>
      </p:sp>
      <p:sp>
        <p:nvSpPr>
          <p:cNvPr id="552962" name="Rectangle 2">
            <a:extLst>
              <a:ext uri="{FF2B5EF4-FFF2-40B4-BE49-F238E27FC236}">
                <a16:creationId xmlns:a16="http://schemas.microsoft.com/office/drawing/2014/main" id="{DB17FB99-910C-4122-A821-AFC366869FF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685800" y="304800"/>
            <a:ext cx="7772400" cy="652463"/>
          </a:xfrm>
          <a:extLst>
            <a:ext uri="{91240B29-F687-4F45-9708-019B960494DF}">
              <a14:hiddenLine xmlns:a14="http://schemas.microsoft.com/office/drawing/2010/main" w="9525" cap="flat" cmpd="sng">
                <a:solidFill>
                  <a:schemeClr val="tx1"/>
                </a:solidFill>
                <a:prstDash val="solid"/>
                <a:miter lim="800000"/>
                <a:headEnd/>
                <a:tailEnd/>
              </a14:hiddenLine>
            </a:ext>
          </a:extLst>
        </p:spPr>
        <p:txBody>
          <a:bodyPr lIns="97332" tIns="48667" rIns="97332" bIns="48667" anchor="t">
            <a:spAutoFit/>
          </a:bodyPr>
          <a:lstStyle/>
          <a:p>
            <a:pPr defTabSz="966788" eaLnBrk="1" hangingPunct="1">
              <a:lnSpc>
                <a:spcPct val="90000"/>
              </a:lnSpc>
              <a:defRPr/>
            </a:pPr>
            <a:r>
              <a:rPr lang="zh-CN" altLang="en-US" b="1" dirty="0">
                <a:solidFill>
                  <a:schemeClr val="tx1">
                    <a:lumMod val="85000"/>
                    <a:lumOff val="15000"/>
                  </a:schemeClr>
                </a:solidFill>
                <a:latin typeface="华文新魏" pitchFamily="2" charset="-122"/>
                <a:ea typeface="华文新魏" pitchFamily="2" charset="-122"/>
              </a:rPr>
              <a:t>实验</a:t>
            </a:r>
            <a:r>
              <a:rPr lang="en-US" altLang="zh-CN" b="1" dirty="0">
                <a:solidFill>
                  <a:schemeClr val="tx1">
                    <a:lumMod val="85000"/>
                    <a:lumOff val="15000"/>
                  </a:schemeClr>
                </a:solidFill>
                <a:latin typeface="华文新魏" pitchFamily="2" charset="-122"/>
                <a:ea typeface="华文新魏" pitchFamily="2" charset="-122"/>
              </a:rPr>
              <a:t>2</a:t>
            </a:r>
            <a:r>
              <a:rPr lang="zh-CN" altLang="en-US" b="1" dirty="0">
                <a:solidFill>
                  <a:schemeClr val="tx1">
                    <a:lumMod val="85000"/>
                    <a:lumOff val="15000"/>
                  </a:schemeClr>
                </a:solidFill>
                <a:latin typeface="华文新魏" pitchFamily="2" charset="-122"/>
                <a:ea typeface="华文新魏" pitchFamily="2" charset="-122"/>
              </a:rPr>
              <a:t> </a:t>
            </a:r>
            <a:r>
              <a:rPr lang="en-US" altLang="zh-CN" b="1" dirty="0">
                <a:solidFill>
                  <a:schemeClr val="tx1">
                    <a:lumMod val="85000"/>
                    <a:lumOff val="15000"/>
                  </a:schemeClr>
                </a:solidFill>
                <a:latin typeface="华文新魏" pitchFamily="2" charset="-122"/>
                <a:ea typeface="华文新魏" pitchFamily="2" charset="-122"/>
              </a:rPr>
              <a:t>Linux</a:t>
            </a:r>
            <a:r>
              <a:rPr lang="zh-CN" altLang="en-US" b="1" dirty="0">
                <a:solidFill>
                  <a:schemeClr val="tx1">
                    <a:lumMod val="85000"/>
                    <a:lumOff val="15000"/>
                  </a:schemeClr>
                </a:solidFill>
                <a:latin typeface="华文新魏" pitchFamily="2" charset="-122"/>
                <a:ea typeface="华文新魏" pitchFamily="2" charset="-122"/>
              </a:rPr>
              <a:t>的基本操作（续）</a:t>
            </a:r>
            <a:endParaRPr lang="zh-CN" altLang="en-US" sz="4800" b="1" dirty="0">
              <a:solidFill>
                <a:schemeClr val="tx1">
                  <a:lumMod val="85000"/>
                  <a:lumOff val="15000"/>
                </a:schemeClr>
              </a:solidFill>
              <a:latin typeface="Times New Roman" pitchFamily="18" charset="0"/>
              <a:ea typeface="华文新魏" pitchFamily="2" charset="-122"/>
            </a:endParaRPr>
          </a:p>
        </p:txBody>
      </p:sp>
      <p:sp>
        <p:nvSpPr>
          <p:cNvPr id="552963" name="Rectangle 3">
            <a:extLst>
              <a:ext uri="{FF2B5EF4-FFF2-40B4-BE49-F238E27FC236}">
                <a16:creationId xmlns:a16="http://schemas.microsoft.com/office/drawing/2014/main" id="{33A016AB-96A9-4961-B6C6-792E51437480}"/>
              </a:ext>
            </a:extLst>
          </p:cNvPr>
          <p:cNvSpPr>
            <a:spLocks noGrp="1" noChangeArrowheads="1"/>
          </p:cNvSpPr>
          <p:nvPr>
            <p:ph type="body" sz="half" idx="1"/>
          </p:nvPr>
        </p:nvSpPr>
        <p:spPr>
          <a:xfrm>
            <a:off x="755650" y="1628775"/>
            <a:ext cx="7848600" cy="4897438"/>
          </a:xfrm>
          <a:extLst>
            <a:ext uri="{91240B29-F687-4F45-9708-019B960494DF}">
              <a14:hiddenLine xmlns:a14="http://schemas.microsoft.com/office/drawing/2010/main" w="9525" cap="flat" cmpd="sng">
                <a:solidFill>
                  <a:schemeClr val="tx1"/>
                </a:solidFill>
                <a:prstDash val="solid"/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marL="457200" indent="-457200" algn="just" eaLnBrk="1" hangingPunct="1">
              <a:lnSpc>
                <a:spcPts val="3600"/>
              </a:lnSpc>
              <a:spcBef>
                <a:spcPct val="30000"/>
              </a:spcBef>
              <a:buClr>
                <a:schemeClr val="tx1"/>
              </a:buClr>
              <a:buSzPct val="100000"/>
              <a:buFont typeface="+mj-lt"/>
              <a:buAutoNum type="arabicPeriod" startAt="4"/>
              <a:defRPr/>
            </a:pPr>
            <a:r>
              <a:rPr lang="zh-CN" altLang="en-US" sz="2200" b="1" dirty="0">
                <a:effectLst>
                  <a:outerShdw blurRad="38100" dist="38100" dir="2700000" algn="tl">
                    <a:srgbClr val="000000"/>
                  </a:outerShdw>
                </a:effectLst>
                <a:latin typeface="宋体" pitchFamily="2" charset="-122"/>
              </a:rPr>
              <a:t>利用</a:t>
            </a:r>
            <a:r>
              <a:rPr lang="en-US" altLang="zh-CN" sz="2200" b="1" dirty="0" err="1">
                <a:effectLst>
                  <a:outerShdw blurRad="38100" dist="38100" dir="2700000" algn="tl">
                    <a:srgbClr val="000000"/>
                  </a:outerShdw>
                </a:effectLst>
                <a:latin typeface="宋体" pitchFamily="2" charset="-122"/>
              </a:rPr>
              <a:t>nano</a:t>
            </a:r>
            <a:r>
              <a:rPr lang="zh-CN" altLang="en-US" sz="2200" b="1" dirty="0">
                <a:effectLst>
                  <a:outerShdw blurRad="38100" dist="38100" dir="2700000" algn="tl">
                    <a:srgbClr val="000000"/>
                  </a:outerShdw>
                </a:effectLst>
                <a:latin typeface="宋体" pitchFamily="2" charset="-122"/>
              </a:rPr>
              <a:t>编写</a:t>
            </a:r>
            <a:r>
              <a:rPr lang="en-US" altLang="zh-CN" sz="2200" b="1" dirty="0">
                <a:effectLst>
                  <a:outerShdw blurRad="38100" dist="38100" dir="2700000" algn="tl">
                    <a:srgbClr val="000000"/>
                  </a:outerShdw>
                </a:effectLst>
                <a:latin typeface="宋体" pitchFamily="2" charset="-122"/>
              </a:rPr>
              <a:t>Linux</a:t>
            </a:r>
            <a:r>
              <a:rPr lang="zh-CN" altLang="en-US" sz="2200" b="1" dirty="0">
                <a:effectLst>
                  <a:outerShdw blurRad="38100" dist="38100" dir="2700000" algn="tl">
                    <a:srgbClr val="000000"/>
                  </a:outerShdw>
                </a:effectLst>
                <a:latin typeface="宋体" pitchFamily="2" charset="-122"/>
              </a:rPr>
              <a:t>脚本程序</a:t>
            </a:r>
            <a:r>
              <a:rPr lang="en-US" altLang="zh-CN" sz="2200" b="1" dirty="0">
                <a:effectLst>
                  <a:outerShdw blurRad="38100" dist="38100" dir="2700000" algn="tl">
                    <a:srgbClr val="000000"/>
                  </a:outerShdw>
                </a:effectLst>
                <a:latin typeface="宋体" pitchFamily="2" charset="-122"/>
              </a:rPr>
              <a:t>sum.sh</a:t>
            </a:r>
            <a:r>
              <a:rPr lang="zh-CN" altLang="en-US" sz="2200" b="1" dirty="0">
                <a:effectLst>
                  <a:outerShdw blurRad="38100" dist="38100" dir="2700000" algn="tl">
                    <a:srgbClr val="000000"/>
                  </a:outerShdw>
                </a:effectLst>
                <a:latin typeface="宋体" pitchFamily="2" charset="-122"/>
              </a:rPr>
              <a:t>，其功能如下：</a:t>
            </a:r>
            <a:endParaRPr lang="en-US" altLang="zh-CN" sz="2200" b="1" dirty="0">
              <a:effectLst>
                <a:outerShdw blurRad="38100" dist="38100" dir="2700000" algn="tl">
                  <a:srgbClr val="000000"/>
                </a:outerShdw>
              </a:effectLst>
              <a:latin typeface="宋体" pitchFamily="2" charset="-122"/>
            </a:endParaRPr>
          </a:p>
          <a:p>
            <a:pPr marL="342900" indent="-342900" algn="just" eaLnBrk="1" hangingPunct="1">
              <a:lnSpc>
                <a:spcPts val="3600"/>
              </a:lnSpc>
              <a:spcBef>
                <a:spcPct val="30000"/>
              </a:spcBef>
              <a:buClr>
                <a:schemeClr val="tx1"/>
              </a:buClr>
              <a:buSzPct val="100000"/>
              <a:buFont typeface="Wingdings" pitchFamily="2" charset="2"/>
              <a:buChar char="Ø"/>
              <a:defRPr/>
            </a:pPr>
            <a:r>
              <a:rPr lang="zh-CN" altLang="en-US" sz="2200" b="1" dirty="0">
                <a:effectLst>
                  <a:outerShdw blurRad="38100" dist="38100" dir="2700000" algn="tl">
                    <a:srgbClr val="000000"/>
                  </a:outerShdw>
                </a:effectLst>
                <a:latin typeface="宋体" pitchFamily="2" charset="-122"/>
              </a:rPr>
              <a:t>请求用户输入正整型数</a:t>
            </a:r>
            <a:r>
              <a:rPr lang="en-US" altLang="zh-CN" sz="2200" b="1" dirty="0">
                <a:effectLst>
                  <a:outerShdw blurRad="38100" dist="38100" dir="2700000" algn="tl">
                    <a:srgbClr val="000000"/>
                  </a:outerShdw>
                </a:effectLst>
                <a:latin typeface="宋体" pitchFamily="2" charset="-122"/>
              </a:rPr>
              <a:t>n</a:t>
            </a:r>
          </a:p>
          <a:p>
            <a:pPr marL="342900" indent="-342900" algn="just" eaLnBrk="1" hangingPunct="1">
              <a:lnSpc>
                <a:spcPts val="3600"/>
              </a:lnSpc>
              <a:spcBef>
                <a:spcPct val="30000"/>
              </a:spcBef>
              <a:buClr>
                <a:schemeClr val="tx1"/>
              </a:buClr>
              <a:buSzPct val="100000"/>
              <a:buFont typeface="Wingdings" pitchFamily="2" charset="2"/>
              <a:buChar char="Ø"/>
              <a:defRPr/>
            </a:pPr>
            <a:r>
              <a:rPr lang="zh-CN" altLang="en-US" sz="2200" b="1" dirty="0">
                <a:effectLst>
                  <a:outerShdw blurRad="38100" dist="38100" dir="2700000" algn="tl">
                    <a:srgbClr val="000000"/>
                  </a:outerShdw>
                </a:effectLst>
                <a:latin typeface="宋体" pitchFamily="2" charset="-122"/>
              </a:rPr>
              <a:t>判断</a:t>
            </a:r>
            <a:r>
              <a:rPr lang="en-US" altLang="zh-CN" sz="2200" b="1" dirty="0">
                <a:effectLst>
                  <a:outerShdw blurRad="38100" dist="38100" dir="2700000" algn="tl">
                    <a:srgbClr val="000000"/>
                  </a:outerShdw>
                </a:effectLst>
                <a:latin typeface="宋体" pitchFamily="2" charset="-122"/>
              </a:rPr>
              <a:t>n</a:t>
            </a:r>
            <a:r>
              <a:rPr lang="zh-CN" altLang="en-US" sz="2200" b="1" dirty="0">
                <a:effectLst>
                  <a:outerShdw blurRad="38100" dist="38100" dir="2700000" algn="tl">
                    <a:srgbClr val="000000"/>
                  </a:outerShdw>
                </a:effectLst>
                <a:latin typeface="宋体" pitchFamily="2" charset="-122"/>
              </a:rPr>
              <a:t>的值，若</a:t>
            </a:r>
            <a:r>
              <a:rPr lang="en-US" altLang="zh-CN" sz="2200" b="1" dirty="0">
                <a:effectLst>
                  <a:outerShdw blurRad="38100" dist="38100" dir="2700000" algn="tl">
                    <a:srgbClr val="000000"/>
                  </a:outerShdw>
                </a:effectLst>
                <a:latin typeface="宋体" pitchFamily="2" charset="-122"/>
              </a:rPr>
              <a:t>n</a:t>
            </a:r>
            <a:r>
              <a:rPr lang="zh-CN" altLang="en-US" sz="2200" b="1" dirty="0">
                <a:effectLst>
                  <a:outerShdw blurRad="38100" dist="38100" dir="2700000" algn="tl">
                    <a:srgbClr val="000000"/>
                  </a:outerShdw>
                </a:effectLst>
                <a:latin typeface="宋体" pitchFamily="2" charset="-122"/>
              </a:rPr>
              <a:t>小于或等于</a:t>
            </a:r>
            <a:r>
              <a:rPr lang="en-US" altLang="zh-CN" sz="2200" b="1" dirty="0">
                <a:effectLst>
                  <a:outerShdw blurRad="38100" dist="38100" dir="2700000" algn="tl">
                    <a:srgbClr val="000000"/>
                  </a:outerShdw>
                </a:effectLst>
                <a:latin typeface="宋体" pitchFamily="2" charset="-122"/>
              </a:rPr>
              <a:t>0</a:t>
            </a:r>
            <a:r>
              <a:rPr lang="zh-CN" altLang="en-US" sz="2200" b="1" dirty="0">
                <a:effectLst>
                  <a:outerShdw blurRad="38100" dist="38100" dir="2700000" algn="tl">
                    <a:srgbClr val="000000"/>
                  </a:outerShdw>
                </a:effectLst>
                <a:latin typeface="宋体" pitchFamily="2" charset="-122"/>
              </a:rPr>
              <a:t>，则输出错误信息</a:t>
            </a:r>
            <a:endParaRPr lang="en-US" altLang="zh-CN" sz="2200" b="1" dirty="0">
              <a:effectLst>
                <a:outerShdw blurRad="38100" dist="38100" dir="2700000" algn="tl">
                  <a:srgbClr val="000000"/>
                </a:outerShdw>
              </a:effectLst>
              <a:latin typeface="宋体" pitchFamily="2" charset="-122"/>
            </a:endParaRPr>
          </a:p>
          <a:p>
            <a:pPr marL="0" indent="0" algn="just" eaLnBrk="1" hangingPunct="1">
              <a:lnSpc>
                <a:spcPts val="3600"/>
              </a:lnSpc>
              <a:spcBef>
                <a:spcPct val="30000"/>
              </a:spcBef>
              <a:buClr>
                <a:schemeClr val="tx1"/>
              </a:buClr>
              <a:buSzPct val="100000"/>
              <a:buFont typeface="Georgia" pitchFamily="18" charset="0"/>
              <a:buNone/>
              <a:defRPr/>
            </a:pPr>
            <a:r>
              <a:rPr lang="en-US" altLang="zh-CN" sz="2200" b="1" dirty="0">
                <a:effectLst>
                  <a:outerShdw blurRad="38100" dist="38100" dir="2700000" algn="tl">
                    <a:srgbClr val="000000"/>
                  </a:outerShdw>
                </a:effectLst>
                <a:latin typeface="宋体" pitchFamily="2" charset="-122"/>
              </a:rPr>
              <a:t>	&lt;</a:t>
            </a:r>
            <a:r>
              <a:rPr lang="zh-CN" altLang="en-US" sz="2200" b="1" dirty="0">
                <a:effectLst>
                  <a:outerShdw blurRad="38100" dist="38100" dir="2700000" algn="tl">
                    <a:srgbClr val="000000"/>
                  </a:outerShdw>
                </a:effectLst>
                <a:latin typeface="宋体" pitchFamily="2" charset="-122"/>
              </a:rPr>
              <a:t>当前时间</a:t>
            </a:r>
            <a:r>
              <a:rPr lang="en-US" altLang="zh-CN" sz="2200" b="1" dirty="0">
                <a:effectLst>
                  <a:outerShdw blurRad="38100" dist="38100" dir="2700000" algn="tl">
                    <a:srgbClr val="000000"/>
                  </a:outerShdw>
                </a:effectLst>
                <a:latin typeface="宋体" pitchFamily="2" charset="-122"/>
              </a:rPr>
              <a:t>&gt; Input Error</a:t>
            </a:r>
            <a:r>
              <a:rPr lang="zh-CN" altLang="en-US" sz="2200" b="1" dirty="0">
                <a:effectLst>
                  <a:outerShdw blurRad="38100" dist="38100" dir="2700000" algn="tl">
                    <a:srgbClr val="000000"/>
                  </a:outerShdw>
                </a:effectLst>
                <a:latin typeface="宋体" pitchFamily="2" charset="-122"/>
              </a:rPr>
              <a:t>！ </a:t>
            </a:r>
            <a:r>
              <a:rPr lang="en-US" altLang="zh-CN" sz="2200" b="1" dirty="0">
                <a:effectLst>
                  <a:outerShdw blurRad="38100" dist="38100" dir="2700000" algn="tl">
                    <a:srgbClr val="000000"/>
                  </a:outerShdw>
                </a:effectLst>
                <a:latin typeface="宋体" pitchFamily="2" charset="-122"/>
              </a:rPr>
              <a:t>n = &lt;</a:t>
            </a:r>
            <a:r>
              <a:rPr lang="zh-CN" altLang="en-US" sz="2200" b="1" dirty="0">
                <a:effectLst>
                  <a:outerShdw blurRad="38100" dist="38100" dir="2700000" algn="tl">
                    <a:srgbClr val="000000"/>
                  </a:outerShdw>
                </a:effectLst>
                <a:latin typeface="宋体" pitchFamily="2" charset="-122"/>
              </a:rPr>
              <a:t>输入的</a:t>
            </a:r>
            <a:r>
              <a:rPr lang="en-US" altLang="zh-CN" sz="2200" b="1" dirty="0">
                <a:effectLst>
                  <a:outerShdw blurRad="38100" dist="38100" dir="2700000" algn="tl">
                    <a:srgbClr val="000000"/>
                  </a:outerShdw>
                </a:effectLst>
                <a:latin typeface="宋体" pitchFamily="2" charset="-122"/>
              </a:rPr>
              <a:t>n</a:t>
            </a:r>
            <a:r>
              <a:rPr lang="zh-CN" altLang="en-US" sz="2200" b="1" dirty="0">
                <a:effectLst>
                  <a:outerShdw blurRad="38100" dist="38100" dir="2700000" algn="tl">
                    <a:srgbClr val="000000"/>
                  </a:outerShdw>
                </a:effectLst>
                <a:latin typeface="宋体" pitchFamily="2" charset="-122"/>
              </a:rPr>
              <a:t>的值</a:t>
            </a:r>
            <a:r>
              <a:rPr lang="en-US" altLang="zh-CN" sz="2200" b="1" dirty="0">
                <a:effectLst>
                  <a:outerShdw blurRad="38100" dist="38100" dir="2700000" algn="tl">
                    <a:srgbClr val="000000"/>
                  </a:outerShdw>
                </a:effectLst>
                <a:latin typeface="宋体" pitchFamily="2" charset="-122"/>
              </a:rPr>
              <a:t>&gt;</a:t>
            </a:r>
          </a:p>
          <a:p>
            <a:pPr marL="355600" indent="0" algn="just" eaLnBrk="1" hangingPunct="1">
              <a:lnSpc>
                <a:spcPts val="3600"/>
              </a:lnSpc>
              <a:spcBef>
                <a:spcPct val="30000"/>
              </a:spcBef>
              <a:buClr>
                <a:schemeClr val="tx1"/>
              </a:buClr>
              <a:buSzPct val="100000"/>
              <a:buFont typeface="Georgia" pitchFamily="18" charset="0"/>
              <a:buNone/>
              <a:defRPr/>
            </a:pPr>
            <a:r>
              <a:rPr lang="zh-CN" altLang="en-US" sz="2200" b="1" dirty="0">
                <a:effectLst>
                  <a:outerShdw blurRad="38100" dist="38100" dir="2700000" algn="tl">
                    <a:srgbClr val="000000"/>
                  </a:outerShdw>
                </a:effectLst>
                <a:latin typeface="宋体" pitchFamily="2" charset="-122"/>
              </a:rPr>
              <a:t>追加到</a:t>
            </a:r>
            <a:r>
              <a:rPr lang="en-US" altLang="zh-CN" sz="2200" b="1" dirty="0">
                <a:effectLst>
                  <a:outerShdw blurRad="38100" dist="38100" dir="2700000" algn="tl">
                    <a:srgbClr val="000000"/>
                  </a:outerShdw>
                </a:effectLst>
                <a:latin typeface="宋体" pitchFamily="2" charset="-122"/>
              </a:rPr>
              <a:t>error.log</a:t>
            </a:r>
            <a:r>
              <a:rPr lang="zh-CN" altLang="en-US" sz="2200" b="1" dirty="0">
                <a:effectLst>
                  <a:outerShdw blurRad="38100" dist="38100" dir="2700000" algn="tl">
                    <a:srgbClr val="000000"/>
                  </a:outerShdw>
                </a:effectLst>
                <a:latin typeface="宋体" pitchFamily="2" charset="-122"/>
              </a:rPr>
              <a:t>，并以</a:t>
            </a:r>
            <a:r>
              <a:rPr lang="en-US" altLang="zh-CN" sz="2200" b="1" dirty="0">
                <a:effectLst>
                  <a:outerShdw blurRad="38100" dist="38100" dir="2700000" algn="tl">
                    <a:srgbClr val="000000"/>
                  </a:outerShdw>
                </a:effectLst>
                <a:latin typeface="宋体" pitchFamily="2" charset="-122"/>
              </a:rPr>
              <a:t>5</a:t>
            </a:r>
            <a:r>
              <a:rPr lang="zh-CN" altLang="en-US" sz="2200" b="1" dirty="0">
                <a:effectLst>
                  <a:outerShdw blurRad="38100" dist="38100" dir="2700000" algn="tl">
                    <a:srgbClr val="000000"/>
                  </a:outerShdw>
                </a:effectLst>
                <a:latin typeface="宋体" pitchFamily="2" charset="-122"/>
              </a:rPr>
              <a:t>号错误代码退出脚本。</a:t>
            </a:r>
            <a:endParaRPr lang="en-US" altLang="zh-CN" sz="2200" b="1" dirty="0">
              <a:effectLst>
                <a:outerShdw blurRad="38100" dist="38100" dir="2700000" algn="tl">
                  <a:srgbClr val="000000"/>
                </a:outerShdw>
              </a:effectLst>
              <a:latin typeface="宋体" pitchFamily="2" charset="-122"/>
            </a:endParaRPr>
          </a:p>
          <a:p>
            <a:pPr marL="342900" indent="-342900" algn="just" eaLnBrk="1" hangingPunct="1">
              <a:lnSpc>
                <a:spcPts val="3600"/>
              </a:lnSpc>
              <a:spcBef>
                <a:spcPct val="30000"/>
              </a:spcBef>
              <a:buClr>
                <a:schemeClr val="tx1"/>
              </a:buClr>
              <a:buSzPct val="100000"/>
              <a:buFont typeface="Wingdings" pitchFamily="2" charset="2"/>
              <a:buChar char="Ø"/>
              <a:defRPr/>
            </a:pPr>
            <a:r>
              <a:rPr lang="zh-CN" altLang="en-US" sz="2200" b="1" dirty="0">
                <a:effectLst>
                  <a:outerShdw blurRad="38100" dist="38100" dir="2700000" algn="tl">
                    <a:srgbClr val="000000"/>
                  </a:outerShdw>
                </a:effectLst>
                <a:latin typeface="宋体" pitchFamily="2" charset="-122"/>
              </a:rPr>
              <a:t>若输入有效，则计算从</a:t>
            </a:r>
            <a:r>
              <a:rPr lang="en-US" altLang="zh-CN" sz="2200" b="1" dirty="0">
                <a:effectLst>
                  <a:outerShdw blurRad="38100" dist="38100" dir="2700000" algn="tl">
                    <a:srgbClr val="000000"/>
                  </a:outerShdw>
                </a:effectLst>
                <a:latin typeface="宋体" pitchFamily="2" charset="-122"/>
              </a:rPr>
              <a:t>1</a:t>
            </a:r>
            <a:r>
              <a:rPr lang="zh-CN" altLang="en-US" sz="2200" b="1" dirty="0">
                <a:effectLst>
                  <a:outerShdw blurRad="38100" dist="38100" dir="2700000" algn="tl">
                    <a:srgbClr val="000000"/>
                  </a:outerShdw>
                </a:effectLst>
                <a:latin typeface="宋体" pitchFamily="2" charset="-122"/>
              </a:rPr>
              <a:t>到</a:t>
            </a:r>
            <a:r>
              <a:rPr lang="en-US" altLang="zh-CN" sz="2200" b="1" dirty="0">
                <a:effectLst>
                  <a:outerShdw blurRad="38100" dist="38100" dir="2700000" algn="tl">
                    <a:srgbClr val="000000"/>
                  </a:outerShdw>
                </a:effectLst>
                <a:latin typeface="宋体" pitchFamily="2" charset="-122"/>
              </a:rPr>
              <a:t>n</a:t>
            </a:r>
            <a:r>
              <a:rPr lang="zh-CN" altLang="en-US" sz="2200" b="1" dirty="0">
                <a:effectLst>
                  <a:outerShdw blurRad="38100" dist="38100" dir="2700000" algn="tl">
                    <a:srgbClr val="000000"/>
                  </a:outerShdw>
                </a:effectLst>
                <a:latin typeface="宋体" pitchFamily="2" charset="-122"/>
              </a:rPr>
              <a:t>的所有整数的和，输出到</a:t>
            </a:r>
            <a:r>
              <a:rPr lang="en-US" altLang="zh-CN" sz="2200" b="1" dirty="0" err="1">
                <a:effectLst>
                  <a:outerShdw blurRad="38100" dist="38100" dir="2700000" algn="tl">
                    <a:srgbClr val="000000"/>
                  </a:outerShdw>
                </a:effectLst>
                <a:latin typeface="宋体" pitchFamily="2" charset="-122"/>
              </a:rPr>
              <a:t>sum.r</a:t>
            </a:r>
            <a:r>
              <a:rPr lang="zh-CN" altLang="en-US" sz="2200" b="1" dirty="0">
                <a:effectLst>
                  <a:outerShdw blurRad="38100" dist="38100" dir="2700000" algn="tl">
                    <a:srgbClr val="000000"/>
                  </a:outerShdw>
                </a:effectLst>
                <a:latin typeface="宋体" pitchFamily="2" charset="-122"/>
              </a:rPr>
              <a:t>。</a:t>
            </a:r>
            <a:endParaRPr lang="en-US" altLang="zh-CN" sz="2200" b="1" dirty="0">
              <a:effectLst>
                <a:outerShdw blurRad="38100" dist="38100" dir="2700000" algn="tl">
                  <a:srgbClr val="000000"/>
                </a:outerShdw>
              </a:effectLst>
              <a:latin typeface="宋体" pitchFamily="2" charset="-122"/>
            </a:endParaRPr>
          </a:p>
          <a:p>
            <a:pPr marL="457200" indent="-457200" algn="just" eaLnBrk="1" hangingPunct="1">
              <a:lnSpc>
                <a:spcPts val="3600"/>
              </a:lnSpc>
              <a:spcBef>
                <a:spcPct val="30000"/>
              </a:spcBef>
              <a:buClr>
                <a:schemeClr val="tx1"/>
              </a:buClr>
              <a:buSzPct val="100000"/>
              <a:buFont typeface="+mj-lt"/>
              <a:buAutoNum type="arabicPeriod" startAt="5"/>
              <a:defRPr/>
            </a:pPr>
            <a:r>
              <a:rPr lang="zh-CN" altLang="en-US" sz="2200" b="1" dirty="0">
                <a:effectLst>
                  <a:outerShdw blurRad="38100" dist="38100" dir="2700000" algn="tl">
                    <a:srgbClr val="000000"/>
                  </a:outerShdw>
                </a:effectLst>
                <a:latin typeface="宋体" pitchFamily="2" charset="-122"/>
              </a:rPr>
              <a:t>分别以</a:t>
            </a:r>
            <a:r>
              <a:rPr lang="en-US" altLang="zh-CN" sz="2200" b="1" dirty="0">
                <a:effectLst>
                  <a:outerShdw blurRad="38100" dist="38100" dir="2700000" algn="tl">
                    <a:srgbClr val="000000"/>
                  </a:outerShdw>
                </a:effectLst>
                <a:latin typeface="宋体" pitchFamily="2" charset="-122"/>
              </a:rPr>
              <a:t>-1</a:t>
            </a:r>
            <a:r>
              <a:rPr lang="zh-CN" altLang="en-US" sz="2200" b="1" dirty="0">
                <a:effectLst>
                  <a:outerShdw blurRad="38100" dist="38100" dir="2700000" algn="tl">
                    <a:srgbClr val="000000"/>
                  </a:outerShdw>
                </a:effectLst>
                <a:latin typeface="宋体" pitchFamily="2" charset="-122"/>
              </a:rPr>
              <a:t>和</a:t>
            </a:r>
            <a:r>
              <a:rPr lang="en-US" altLang="zh-CN" sz="2200" b="1" dirty="0">
                <a:effectLst>
                  <a:outerShdw blurRad="38100" dist="38100" dir="2700000" algn="tl">
                    <a:srgbClr val="000000"/>
                  </a:outerShdw>
                </a:effectLst>
                <a:latin typeface="宋体" pitchFamily="2" charset="-122"/>
              </a:rPr>
              <a:t>10</a:t>
            </a:r>
            <a:r>
              <a:rPr lang="zh-CN" altLang="en-US" sz="2200" b="1" dirty="0">
                <a:effectLst>
                  <a:outerShdw blurRad="38100" dist="38100" dir="2700000" algn="tl">
                    <a:srgbClr val="000000"/>
                  </a:outerShdw>
                </a:effectLst>
                <a:latin typeface="宋体" pitchFamily="2" charset="-122"/>
              </a:rPr>
              <a:t>为</a:t>
            </a:r>
            <a:r>
              <a:rPr lang="en-US" altLang="zh-CN" sz="2200" b="1" dirty="0">
                <a:effectLst>
                  <a:outerShdw blurRad="38100" dist="38100" dir="2700000" algn="tl">
                    <a:srgbClr val="000000"/>
                  </a:outerShdw>
                </a:effectLst>
                <a:latin typeface="宋体" pitchFamily="2" charset="-122"/>
              </a:rPr>
              <a:t>n</a:t>
            </a:r>
            <a:r>
              <a:rPr lang="zh-CN" altLang="en-US" sz="2200" b="1" dirty="0">
                <a:effectLst>
                  <a:outerShdw blurRad="38100" dist="38100" dir="2700000" algn="tl">
                    <a:srgbClr val="000000"/>
                  </a:outerShdw>
                </a:effectLst>
                <a:latin typeface="宋体" pitchFamily="2" charset="-122"/>
              </a:rPr>
              <a:t>，运行上述脚本，每次运行后验证运行结果（查看</a:t>
            </a:r>
            <a:r>
              <a:rPr lang="en-US" altLang="zh-CN" sz="2200" b="1" dirty="0">
                <a:effectLst>
                  <a:outerShdw blurRad="38100" dist="38100" dir="2700000" algn="tl">
                    <a:srgbClr val="000000"/>
                  </a:outerShdw>
                </a:effectLst>
                <a:latin typeface="宋体" pitchFamily="2" charset="-122"/>
              </a:rPr>
              <a:t>error.log</a:t>
            </a:r>
            <a:r>
              <a:rPr lang="zh-CN" altLang="en-US" sz="2200" b="1" dirty="0">
                <a:effectLst>
                  <a:outerShdw blurRad="38100" dist="38100" dir="2700000" algn="tl">
                    <a:srgbClr val="000000"/>
                  </a:outerShdw>
                </a:effectLst>
                <a:latin typeface="宋体" pitchFamily="2" charset="-122"/>
              </a:rPr>
              <a:t>、</a:t>
            </a:r>
            <a:r>
              <a:rPr lang="en-US" altLang="zh-CN" sz="2200" b="1" dirty="0" err="1">
                <a:effectLst>
                  <a:outerShdw blurRad="38100" dist="38100" dir="2700000" algn="tl">
                    <a:srgbClr val="000000"/>
                  </a:outerShdw>
                </a:effectLst>
                <a:latin typeface="宋体" pitchFamily="2" charset="-122"/>
              </a:rPr>
              <a:t>sum.r</a:t>
            </a:r>
            <a:r>
              <a:rPr lang="zh-CN" altLang="en-US" sz="2200" b="1" dirty="0">
                <a:effectLst>
                  <a:outerShdw blurRad="38100" dist="38100" dir="2700000" algn="tl">
                    <a:srgbClr val="000000"/>
                  </a:outerShdw>
                </a:effectLst>
                <a:latin typeface="宋体" pitchFamily="2" charset="-122"/>
              </a:rPr>
              <a:t>以及脚本退出代码）</a:t>
            </a:r>
            <a:endParaRPr lang="en-US" altLang="zh-CN" sz="2200" b="1" dirty="0">
              <a:effectLst>
                <a:outerShdw blurRad="38100" dist="38100" dir="2700000" algn="tl">
                  <a:srgbClr val="000000"/>
                </a:outerShdw>
              </a:effectLst>
              <a:latin typeface="宋体" pitchFamily="2" charset="-122"/>
            </a:endParaRPr>
          </a:p>
        </p:txBody>
      </p:sp>
      <p:sp>
        <p:nvSpPr>
          <p:cNvPr id="9221" name="Line 4"/>
          <p:cNvSpPr>
            <a:spLocks noChangeShapeType="1"/>
          </p:cNvSpPr>
          <p:nvPr/>
        </p:nvSpPr>
        <p:spPr bwMode="auto">
          <a:xfrm>
            <a:off x="0" y="1143000"/>
            <a:ext cx="9144000" cy="0"/>
          </a:xfrm>
          <a:prstGeom prst="line">
            <a:avLst/>
          </a:prstGeom>
          <a:noFill/>
          <a:ln w="38100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9222" name="Line 5"/>
          <p:cNvSpPr>
            <a:spLocks noChangeShapeType="1"/>
          </p:cNvSpPr>
          <p:nvPr/>
        </p:nvSpPr>
        <p:spPr bwMode="auto">
          <a:xfrm>
            <a:off x="533400" y="0"/>
            <a:ext cx="0" cy="6858000"/>
          </a:xfrm>
          <a:prstGeom prst="line">
            <a:avLst/>
          </a:prstGeom>
          <a:noFill/>
          <a:ln w="38100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70873902"/>
      </p:ext>
    </p:extLst>
  </p:cSld>
  <p:clrMapOvr>
    <a:masterClrMapping/>
  </p:clrMapOvr>
  <p:transition>
    <p:random/>
    <p:sndAc>
      <p:stSnd>
        <p:snd r:embed="rId2" name="projctor.wav"/>
      </p:stSnd>
    </p:sndAc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灯片编号占位符 6"/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ts val="300"/>
              </a:spcBef>
              <a:buClr>
                <a:srgbClr val="A04DA3"/>
              </a:buClr>
              <a:buFont typeface="Georgia" pitchFamily="18" charset="0"/>
              <a:buChar char="•"/>
              <a:defRPr sz="2800">
                <a:solidFill>
                  <a:schemeClr val="tx1"/>
                </a:solidFill>
                <a:latin typeface="Georgia" pitchFamily="18" charset="0"/>
              </a:defRPr>
            </a:lvl1pPr>
            <a:lvl2pPr marL="742950" indent="-285750">
              <a:spcBef>
                <a:spcPts val="300"/>
              </a:spcBef>
              <a:buClr>
                <a:schemeClr val="accent2"/>
              </a:buClr>
              <a:buFont typeface="Georgia" pitchFamily="18" charset="0"/>
              <a:buChar char="▫"/>
              <a:defRPr sz="2600">
                <a:solidFill>
                  <a:schemeClr val="accent2"/>
                </a:solidFill>
                <a:latin typeface="Georgia" pitchFamily="18" charset="0"/>
              </a:defRPr>
            </a:lvl2pPr>
            <a:lvl3pPr marL="1143000" indent="-228600">
              <a:spcBef>
                <a:spcPts val="300"/>
              </a:spcBef>
              <a:buClr>
                <a:schemeClr val="accent1"/>
              </a:buClr>
              <a:buFont typeface="Wingdings 2" pitchFamily="18" charset="2"/>
              <a:buChar char=""/>
              <a:defRPr sz="2400">
                <a:solidFill>
                  <a:schemeClr val="accent1"/>
                </a:solidFill>
                <a:latin typeface="Georgia" pitchFamily="18" charset="0"/>
              </a:defRPr>
            </a:lvl3pPr>
            <a:lvl4pPr marL="1600200" indent="-228600">
              <a:spcBef>
                <a:spcPts val="300"/>
              </a:spcBef>
              <a:buClr>
                <a:schemeClr val="accent1"/>
              </a:buClr>
              <a:buFont typeface="Wingdings 2" pitchFamily="18" charset="2"/>
              <a:buChar char=""/>
              <a:defRPr sz="2200">
                <a:solidFill>
                  <a:schemeClr val="accent1"/>
                </a:solidFill>
                <a:latin typeface="Georgia" pitchFamily="18" charset="0"/>
              </a:defRPr>
            </a:lvl4pPr>
            <a:lvl5pPr marL="2057400" indent="-228600">
              <a:spcBef>
                <a:spcPts val="300"/>
              </a:spcBef>
              <a:buClr>
                <a:srgbClr val="A04DA3"/>
              </a:buClr>
              <a:buFont typeface="Georgia" pitchFamily="18" charset="0"/>
              <a:buChar char="▫"/>
              <a:defRPr sz="2000">
                <a:solidFill>
                  <a:srgbClr val="A04DA3"/>
                </a:solidFill>
                <a:latin typeface="Georgia" pitchFamily="18" charset="0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rgbClr val="A04DA3"/>
              </a:buClr>
              <a:buFont typeface="Georgia" pitchFamily="18" charset="0"/>
              <a:buChar char="▫"/>
              <a:defRPr sz="2000">
                <a:solidFill>
                  <a:srgbClr val="A04DA3"/>
                </a:solidFill>
                <a:latin typeface="Georgia" pitchFamily="18" charset="0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rgbClr val="A04DA3"/>
              </a:buClr>
              <a:buFont typeface="Georgia" pitchFamily="18" charset="0"/>
              <a:buChar char="▫"/>
              <a:defRPr sz="2000">
                <a:solidFill>
                  <a:srgbClr val="A04DA3"/>
                </a:solidFill>
                <a:latin typeface="Georgia" pitchFamily="18" charset="0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rgbClr val="A04DA3"/>
              </a:buClr>
              <a:buFont typeface="Georgia" pitchFamily="18" charset="0"/>
              <a:buChar char="▫"/>
              <a:defRPr sz="2000">
                <a:solidFill>
                  <a:srgbClr val="A04DA3"/>
                </a:solidFill>
                <a:latin typeface="Georgia" pitchFamily="18" charset="0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rgbClr val="A04DA3"/>
              </a:buClr>
              <a:buFont typeface="Georgia" pitchFamily="18" charset="0"/>
              <a:buChar char="▫"/>
              <a:defRPr sz="2000">
                <a:solidFill>
                  <a:srgbClr val="A04DA3"/>
                </a:solidFill>
                <a:latin typeface="Georgia" pitchFamily="18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4CB704ED-4688-4ED0-B758-16D22C1B3A38}" type="slidenum">
              <a:rPr lang="zh-CN" altLang="en-US" sz="1800">
                <a:solidFill>
                  <a:srgbClr val="FFFFFF"/>
                </a:solidFill>
                <a:latin typeface="Times New Roman" pitchFamily="18" charset="0"/>
              </a:rPr>
              <a:pPr>
                <a:spcBef>
                  <a:spcPct val="0"/>
                </a:spcBef>
                <a:buClrTx/>
                <a:buFontTx/>
                <a:buNone/>
              </a:pPr>
              <a:t>9</a:t>
            </a:fld>
            <a:endParaRPr lang="en-US" altLang="zh-CN" sz="1800">
              <a:solidFill>
                <a:srgbClr val="FFFFFF"/>
              </a:solidFill>
              <a:latin typeface="Times New Roman" pitchFamily="18" charset="0"/>
            </a:endParaRPr>
          </a:p>
        </p:txBody>
      </p:sp>
      <p:sp>
        <p:nvSpPr>
          <p:cNvPr id="552962" name="Rectangle 2">
            <a:extLst>
              <a:ext uri="{FF2B5EF4-FFF2-40B4-BE49-F238E27FC236}">
                <a16:creationId xmlns:a16="http://schemas.microsoft.com/office/drawing/2014/main" id="{18D4A305-7ABA-4192-8BA5-2E3658CE3BA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685800" y="304800"/>
            <a:ext cx="7772400" cy="652463"/>
          </a:xfrm>
          <a:extLst>
            <a:ext uri="{91240B29-F687-4F45-9708-019B960494DF}">
              <a14:hiddenLine xmlns:a14="http://schemas.microsoft.com/office/drawing/2010/main" w="9525" cap="flat" cmpd="sng">
                <a:solidFill>
                  <a:schemeClr val="tx1"/>
                </a:solidFill>
                <a:prstDash val="solid"/>
                <a:miter lim="800000"/>
                <a:headEnd/>
                <a:tailEnd/>
              </a14:hiddenLine>
            </a:ext>
          </a:extLst>
        </p:spPr>
        <p:txBody>
          <a:bodyPr lIns="97332" tIns="48667" rIns="97332" bIns="48667" anchor="t">
            <a:spAutoFit/>
          </a:bodyPr>
          <a:lstStyle/>
          <a:p>
            <a:pPr defTabSz="966788" eaLnBrk="1" hangingPunct="1">
              <a:lnSpc>
                <a:spcPct val="90000"/>
              </a:lnSpc>
              <a:defRPr/>
            </a:pPr>
            <a:r>
              <a:rPr lang="zh-CN" altLang="en-US" b="1" dirty="0">
                <a:solidFill>
                  <a:schemeClr val="tx1">
                    <a:lumMod val="85000"/>
                    <a:lumOff val="15000"/>
                  </a:schemeClr>
                </a:solidFill>
                <a:latin typeface="华文新魏" pitchFamily="2" charset="-122"/>
                <a:ea typeface="华文新魏" pitchFamily="2" charset="-122"/>
              </a:rPr>
              <a:t>实验</a:t>
            </a:r>
            <a:r>
              <a:rPr lang="en-US" altLang="zh-CN" b="1" dirty="0">
                <a:solidFill>
                  <a:schemeClr val="tx1">
                    <a:lumMod val="85000"/>
                    <a:lumOff val="15000"/>
                  </a:schemeClr>
                </a:solidFill>
                <a:latin typeface="华文新魏" pitchFamily="2" charset="-122"/>
                <a:ea typeface="华文新魏" pitchFamily="2" charset="-122"/>
              </a:rPr>
              <a:t>2</a:t>
            </a:r>
            <a:r>
              <a:rPr lang="zh-CN" altLang="en-US" b="1" dirty="0">
                <a:solidFill>
                  <a:schemeClr val="tx1">
                    <a:lumMod val="85000"/>
                    <a:lumOff val="15000"/>
                  </a:schemeClr>
                </a:solidFill>
                <a:latin typeface="华文新魏" pitchFamily="2" charset="-122"/>
                <a:ea typeface="华文新魏" pitchFamily="2" charset="-122"/>
              </a:rPr>
              <a:t> </a:t>
            </a:r>
            <a:r>
              <a:rPr lang="en-US" altLang="zh-CN" b="1" dirty="0">
                <a:solidFill>
                  <a:schemeClr val="tx1">
                    <a:lumMod val="85000"/>
                    <a:lumOff val="15000"/>
                  </a:schemeClr>
                </a:solidFill>
                <a:latin typeface="华文新魏" pitchFamily="2" charset="-122"/>
                <a:ea typeface="华文新魏" pitchFamily="2" charset="-122"/>
              </a:rPr>
              <a:t>Linux</a:t>
            </a:r>
            <a:r>
              <a:rPr lang="zh-CN" altLang="en-US" b="1" dirty="0">
                <a:solidFill>
                  <a:schemeClr val="tx1">
                    <a:lumMod val="85000"/>
                    <a:lumOff val="15000"/>
                  </a:schemeClr>
                </a:solidFill>
                <a:latin typeface="华文新魏" pitchFamily="2" charset="-122"/>
                <a:ea typeface="华文新魏" pitchFamily="2" charset="-122"/>
              </a:rPr>
              <a:t>的基本操作（续）</a:t>
            </a:r>
            <a:endParaRPr lang="zh-CN" altLang="en-US" sz="4800" b="1" dirty="0">
              <a:solidFill>
                <a:schemeClr val="tx1">
                  <a:lumMod val="85000"/>
                  <a:lumOff val="15000"/>
                </a:schemeClr>
              </a:solidFill>
              <a:latin typeface="Times New Roman" pitchFamily="18" charset="0"/>
              <a:ea typeface="华文新魏" pitchFamily="2" charset="-122"/>
            </a:endParaRPr>
          </a:p>
        </p:txBody>
      </p:sp>
      <p:sp>
        <p:nvSpPr>
          <p:cNvPr id="552963" name="Rectangle 3">
            <a:extLst>
              <a:ext uri="{FF2B5EF4-FFF2-40B4-BE49-F238E27FC236}">
                <a16:creationId xmlns:a16="http://schemas.microsoft.com/office/drawing/2014/main" id="{3BBE471A-4706-4D29-97D5-3E057301DC09}"/>
              </a:ext>
            </a:extLst>
          </p:cNvPr>
          <p:cNvSpPr>
            <a:spLocks noGrp="1" noChangeArrowheads="1"/>
          </p:cNvSpPr>
          <p:nvPr>
            <p:ph type="body" sz="half" idx="1"/>
          </p:nvPr>
        </p:nvSpPr>
        <p:spPr>
          <a:xfrm>
            <a:off x="755650" y="1628775"/>
            <a:ext cx="7993063" cy="4465638"/>
          </a:xfrm>
          <a:extLst>
            <a:ext uri="{91240B29-F687-4F45-9708-019B960494DF}">
              <a14:hiddenLine xmlns:a14="http://schemas.microsoft.com/office/drawing/2010/main" w="9525" cap="flat" cmpd="sng">
                <a:solidFill>
                  <a:schemeClr val="tx1"/>
                </a:solidFill>
                <a:prstDash val="solid"/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marL="457200" indent="-457200" algn="just" eaLnBrk="1" hangingPunct="1">
              <a:lnSpc>
                <a:spcPct val="200000"/>
              </a:lnSpc>
              <a:spcBef>
                <a:spcPct val="30000"/>
              </a:spcBef>
              <a:buClr>
                <a:schemeClr val="tx2"/>
              </a:buClr>
              <a:buSzPct val="75000"/>
              <a:buFont typeface="Wingdings" pitchFamily="2" charset="2"/>
              <a:buNone/>
              <a:defRPr/>
            </a:pPr>
            <a:r>
              <a:rPr lang="zh-CN" altLang="en-US" sz="2400" b="1" dirty="0">
                <a:effectLst>
                  <a:outerShdw blurRad="38100" dist="38100" dir="2700000" algn="tl">
                    <a:srgbClr val="000000"/>
                  </a:outerShdw>
                </a:effectLst>
                <a:latin typeface="宋体" pitchFamily="2" charset="-122"/>
              </a:rPr>
              <a:t>四、</a:t>
            </a:r>
            <a:r>
              <a:rPr lang="zh-CN" altLang="en-US" sz="2200" b="1" dirty="0">
                <a:effectLst>
                  <a:outerShdw blurRad="38100" dist="38100" dir="2700000" algn="tl">
                    <a:srgbClr val="000000"/>
                  </a:outerShdw>
                </a:effectLst>
                <a:latin typeface="宋体" pitchFamily="2" charset="-122"/>
              </a:rPr>
              <a:t>思考与实践</a:t>
            </a:r>
            <a:endParaRPr lang="zh-CN" altLang="en-US" sz="2200" b="1" dirty="0">
              <a:effectLst>
                <a:outerShdw blurRad="38100" dist="38100" dir="2700000" algn="tl">
                  <a:srgbClr val="000000"/>
                </a:outerShdw>
              </a:effectLst>
              <a:latin typeface="宋体" pitchFamily="2" charset="-122"/>
              <a:cs typeface="Courier New" pitchFamily="49" charset="0"/>
            </a:endParaRPr>
          </a:p>
          <a:p>
            <a:pPr marL="457200" indent="-457200" algn="just" eaLnBrk="1" hangingPunct="1">
              <a:lnSpc>
                <a:spcPct val="200000"/>
              </a:lnSpc>
              <a:spcBef>
                <a:spcPct val="30000"/>
              </a:spcBef>
              <a:buClr>
                <a:schemeClr val="tx1"/>
              </a:buClr>
              <a:buSzPct val="100000"/>
              <a:buFont typeface="Wingdings" pitchFamily="2" charset="2"/>
              <a:buAutoNum type="arabicPeriod"/>
              <a:defRPr/>
            </a:pPr>
            <a:r>
              <a:rPr lang="zh-CN" altLang="en-US" sz="2200" b="1" dirty="0">
                <a:effectLst>
                  <a:outerShdw blurRad="38100" dist="38100" dir="2700000" algn="tl">
                    <a:srgbClr val="000000"/>
                  </a:outerShdw>
                </a:effectLst>
                <a:latin typeface="宋体" pitchFamily="2" charset="-122"/>
              </a:rPr>
              <a:t>修改</a:t>
            </a:r>
            <a:r>
              <a:rPr lang="en-US" altLang="zh-CN" sz="2200" b="1" dirty="0">
                <a:effectLst>
                  <a:outerShdw blurRad="38100" dist="38100" dir="2700000" algn="tl">
                    <a:srgbClr val="000000"/>
                  </a:outerShdw>
                </a:effectLst>
                <a:latin typeface="宋体" pitchFamily="2" charset="-122"/>
              </a:rPr>
              <a:t>sum.sh</a:t>
            </a:r>
            <a:r>
              <a:rPr lang="zh-CN" altLang="en-US" sz="2200" b="1" dirty="0">
                <a:effectLst>
                  <a:outerShdw blurRad="38100" dist="38100" dir="2700000" algn="tl">
                    <a:srgbClr val="000000"/>
                  </a:outerShdw>
                </a:effectLst>
                <a:latin typeface="宋体" pitchFamily="2" charset="-122"/>
              </a:rPr>
              <a:t>，使其在输出结果前询问输出到的文件名称</a:t>
            </a:r>
            <a:endParaRPr lang="en-US" altLang="zh-CN" sz="2200" b="1" dirty="0">
              <a:effectLst>
                <a:outerShdw blurRad="38100" dist="38100" dir="2700000" algn="tl">
                  <a:srgbClr val="000000"/>
                </a:outerShdw>
              </a:effectLst>
              <a:latin typeface="宋体" pitchFamily="2" charset="-122"/>
            </a:endParaRPr>
          </a:p>
          <a:p>
            <a:pPr marL="457200" indent="-457200" algn="just" eaLnBrk="1" hangingPunct="1">
              <a:lnSpc>
                <a:spcPct val="200000"/>
              </a:lnSpc>
              <a:spcBef>
                <a:spcPct val="30000"/>
              </a:spcBef>
              <a:buClr>
                <a:schemeClr val="tx1"/>
              </a:buClr>
              <a:buSzPct val="100000"/>
              <a:buFont typeface="Wingdings" pitchFamily="2" charset="2"/>
              <a:buAutoNum type="arabicPeriod"/>
              <a:defRPr/>
            </a:pPr>
            <a:r>
              <a:rPr lang="en-US" altLang="zh-CN" sz="2200" b="1" baseline="30000" dirty="0">
                <a:effectLst>
                  <a:outerShdw blurRad="38100" dist="38100" dir="2700000" algn="tl">
                    <a:srgbClr val="000000"/>
                  </a:outerShdw>
                </a:effectLst>
                <a:latin typeface="宋体" pitchFamily="2" charset="-122"/>
              </a:rPr>
              <a:t>*</a:t>
            </a:r>
            <a:r>
              <a:rPr lang="zh-CN" altLang="en-US" sz="2200" b="1" dirty="0">
                <a:effectLst>
                  <a:outerShdw blurRad="38100" dist="38100" dir="2700000" algn="tl">
                    <a:srgbClr val="000000"/>
                  </a:outerShdw>
                </a:effectLst>
                <a:latin typeface="宋体" pitchFamily="2" charset="-122"/>
              </a:rPr>
              <a:t>查阅资料，以了解和尝试</a:t>
            </a:r>
            <a:r>
              <a:rPr lang="en-US" altLang="zh-CN" sz="2200" b="1" dirty="0" err="1">
                <a:effectLst>
                  <a:outerShdw blurRad="38100" dist="38100" dir="2700000" algn="tl">
                    <a:srgbClr val="000000"/>
                  </a:outerShdw>
                </a:effectLst>
                <a:latin typeface="宋体" pitchFamily="2" charset="-122"/>
              </a:rPr>
              <a:t>Makefile</a:t>
            </a:r>
            <a:r>
              <a:rPr lang="zh-CN" altLang="en-US" sz="2200" b="1" dirty="0">
                <a:effectLst>
                  <a:outerShdw blurRad="38100" dist="38100" dir="2700000" algn="tl">
                    <a:srgbClr val="000000"/>
                  </a:outerShdw>
                </a:effectLst>
                <a:latin typeface="宋体" pitchFamily="2" charset="-122"/>
              </a:rPr>
              <a:t>脚本的编写</a:t>
            </a:r>
            <a:endParaRPr lang="en-US" altLang="zh-CN" sz="2200" b="1" dirty="0">
              <a:effectLst>
                <a:outerShdw blurRad="38100" dist="38100" dir="2700000" algn="tl">
                  <a:srgbClr val="000000"/>
                </a:outerShdw>
              </a:effectLst>
              <a:latin typeface="宋体" pitchFamily="2" charset="-122"/>
            </a:endParaRPr>
          </a:p>
          <a:p>
            <a:pPr marL="457200" indent="-457200" algn="just" eaLnBrk="1" hangingPunct="1">
              <a:lnSpc>
                <a:spcPct val="200000"/>
              </a:lnSpc>
              <a:spcBef>
                <a:spcPct val="30000"/>
              </a:spcBef>
              <a:buClr>
                <a:schemeClr val="tx1"/>
              </a:buClr>
              <a:buSzPct val="100000"/>
              <a:buFont typeface="Wingdings" pitchFamily="2" charset="2"/>
              <a:buAutoNum type="arabicPeriod"/>
              <a:defRPr/>
            </a:pPr>
            <a:endParaRPr lang="zh-CN" altLang="en-US" sz="2200" b="1" dirty="0">
              <a:effectLst>
                <a:outerShdw blurRad="38100" dist="38100" dir="2700000" algn="tl">
                  <a:srgbClr val="000000"/>
                </a:outerShdw>
              </a:effectLst>
              <a:latin typeface="宋体" pitchFamily="2" charset="-122"/>
            </a:endParaRPr>
          </a:p>
        </p:txBody>
      </p:sp>
      <p:sp>
        <p:nvSpPr>
          <p:cNvPr id="10245" name="Line 4"/>
          <p:cNvSpPr>
            <a:spLocks noChangeShapeType="1"/>
          </p:cNvSpPr>
          <p:nvPr/>
        </p:nvSpPr>
        <p:spPr bwMode="auto">
          <a:xfrm>
            <a:off x="0" y="1143000"/>
            <a:ext cx="9144000" cy="0"/>
          </a:xfrm>
          <a:prstGeom prst="line">
            <a:avLst/>
          </a:prstGeom>
          <a:noFill/>
          <a:ln w="38100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10246" name="Line 5"/>
          <p:cNvSpPr>
            <a:spLocks noChangeShapeType="1"/>
          </p:cNvSpPr>
          <p:nvPr/>
        </p:nvSpPr>
        <p:spPr bwMode="auto">
          <a:xfrm>
            <a:off x="533400" y="0"/>
            <a:ext cx="0" cy="6858000"/>
          </a:xfrm>
          <a:prstGeom prst="line">
            <a:avLst/>
          </a:prstGeom>
          <a:noFill/>
          <a:ln w="38100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00892736"/>
      </p:ext>
    </p:extLst>
  </p:cSld>
  <p:clrMapOvr>
    <a:masterClrMapping/>
  </p:clrMapOvr>
  <p:transition>
    <p:random/>
    <p:sndAc>
      <p:stSnd>
        <p:snd r:embed="rId2" name="projctor.wav"/>
      </p:stSnd>
    </p:sndAc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灯片编号占位符 6"/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1440" tIns="45720" rIns="91440" bIns="45720" numCol="1" anchorCtr="0" compatLnSpc="1">
            <a:prstTxWarp prst="textNoShape">
              <a:avLst/>
            </a:prstTxWarp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华文新魏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华文新魏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华文新魏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华文新魏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华文新魏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华文新魏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华文新魏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华文新魏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华文新魏" pitchFamily="2" charset="-122"/>
              </a:defRPr>
            </a:lvl9pPr>
          </a:lstStyle>
          <a:p>
            <a:pPr eaLnBrk="1" hangingPunct="1"/>
            <a:fld id="{001FD8DF-9B29-426B-AB58-C4A81C2112EC}" type="slidenum">
              <a:rPr kumimoji="0" lang="zh-CN" altLang="en-US" sz="1800" smtClean="0">
                <a:solidFill>
                  <a:srgbClr val="FFFFFF"/>
                </a:solidFill>
              </a:rPr>
              <a:pPr eaLnBrk="1" hangingPunct="1"/>
              <a:t>10</a:t>
            </a:fld>
            <a:endParaRPr kumimoji="0" lang="en-US" altLang="zh-CN" sz="1800">
              <a:solidFill>
                <a:srgbClr val="FFFFFF"/>
              </a:solidFill>
            </a:endParaRPr>
          </a:p>
        </p:txBody>
      </p:sp>
      <p:sp>
        <p:nvSpPr>
          <p:cNvPr id="552962" name="Rectangle 2"/>
          <p:cNvSpPr>
            <a:spLocks noGrp="1" noChangeArrowheads="1"/>
          </p:cNvSpPr>
          <p:nvPr>
            <p:ph type="title"/>
          </p:nvPr>
        </p:nvSpPr>
        <p:spPr>
          <a:xfrm>
            <a:off x="685800" y="511175"/>
            <a:ext cx="8134350" cy="541338"/>
          </a:xfrm>
          <a:extLst>
            <a:ext uri="{91240B29-F687-4F45-9708-019B960494DF}">
              <a14:hiddenLine xmlns:a14="http://schemas.microsoft.com/office/drawing/2010/main" w="9525" cap="flat" cmpd="sng">
                <a:solidFill>
                  <a:schemeClr val="tx1"/>
                </a:solidFill>
                <a:prstDash val="solid"/>
                <a:miter lim="800000"/>
                <a:headEnd/>
                <a:tailEnd/>
              </a14:hiddenLine>
            </a:ext>
          </a:extLst>
        </p:spPr>
        <p:txBody>
          <a:bodyPr lIns="97332" tIns="48667" rIns="97332" bIns="48667" anchor="t">
            <a:spAutoFit/>
          </a:bodyPr>
          <a:lstStyle/>
          <a:p>
            <a:pPr defTabSz="966788" eaLnBrk="1" hangingPunct="1">
              <a:lnSpc>
                <a:spcPct val="90000"/>
              </a:lnSpc>
              <a:defRPr/>
            </a:pPr>
            <a:r>
              <a:rPr lang="zh-CN" altLang="en-US" sz="3200" b="1" dirty="0">
                <a:solidFill>
                  <a:prstClr val="black">
                    <a:lumMod val="85000"/>
                    <a:lumOff val="15000"/>
                  </a:prstClr>
                </a:solidFill>
                <a:latin typeface="华文新魏" pitchFamily="2" charset="-122"/>
                <a:ea typeface="华文新魏" pitchFamily="2" charset="-122"/>
              </a:rPr>
              <a:t>实验</a:t>
            </a:r>
            <a:r>
              <a:rPr lang="en-US" altLang="zh-CN" sz="3200" b="1" dirty="0">
                <a:solidFill>
                  <a:prstClr val="black">
                    <a:lumMod val="85000"/>
                    <a:lumOff val="15000"/>
                  </a:prstClr>
                </a:solidFill>
                <a:latin typeface="华文新魏" pitchFamily="2" charset="-122"/>
                <a:ea typeface="华文新魏" pitchFamily="2" charset="-122"/>
              </a:rPr>
              <a:t>3</a:t>
            </a:r>
            <a:r>
              <a:rPr lang="zh-CN" altLang="en-US" sz="3200" b="1" dirty="0">
                <a:solidFill>
                  <a:prstClr val="black">
                    <a:lumMod val="85000"/>
                    <a:lumOff val="15000"/>
                  </a:prstClr>
                </a:solidFill>
                <a:latin typeface="华文新魏" pitchFamily="2" charset="-122"/>
                <a:ea typeface="华文新魏" pitchFamily="2" charset="-122"/>
              </a:rPr>
              <a:t> 复杂</a:t>
            </a:r>
            <a:r>
              <a:rPr lang="en-US" altLang="zh-CN" sz="3200" b="1" dirty="0">
                <a:solidFill>
                  <a:prstClr val="black">
                    <a:lumMod val="85000"/>
                    <a:lumOff val="15000"/>
                  </a:prstClr>
                </a:solidFill>
                <a:latin typeface="华文新魏" pitchFamily="2" charset="-122"/>
                <a:ea typeface="华文新魏" pitchFamily="2" charset="-122"/>
              </a:rPr>
              <a:t>PC</a:t>
            </a:r>
            <a:r>
              <a:rPr lang="zh-CN" altLang="en-US" sz="3200" b="1" dirty="0">
                <a:solidFill>
                  <a:prstClr val="black">
                    <a:lumMod val="85000"/>
                    <a:lumOff val="15000"/>
                  </a:prstClr>
                </a:solidFill>
                <a:latin typeface="华文新魏" pitchFamily="2" charset="-122"/>
                <a:ea typeface="华文新魏" pitchFamily="2" charset="-122"/>
              </a:rPr>
              <a:t>问题</a:t>
            </a:r>
            <a:r>
              <a:rPr lang="en-US" altLang="zh-CN" sz="3200" b="1" dirty="0">
                <a:solidFill>
                  <a:prstClr val="black">
                    <a:lumMod val="85000"/>
                    <a:lumOff val="15000"/>
                  </a:prstClr>
                </a:solidFill>
                <a:latin typeface="华文新魏" pitchFamily="2" charset="-122"/>
                <a:ea typeface="华文新魏" pitchFamily="2" charset="-122"/>
              </a:rPr>
              <a:t>——</a:t>
            </a:r>
            <a:r>
              <a:rPr lang="zh-CN" altLang="en-US" sz="3200" b="1" dirty="0">
                <a:solidFill>
                  <a:prstClr val="black">
                    <a:lumMod val="85000"/>
                    <a:lumOff val="15000"/>
                  </a:prstClr>
                </a:solidFill>
                <a:latin typeface="华文新魏" pitchFamily="2" charset="-122"/>
                <a:ea typeface="华文新魏" pitchFamily="2" charset="-122"/>
              </a:rPr>
              <a:t>信号量与共享存储区</a:t>
            </a:r>
            <a:endParaRPr lang="zh-CN" altLang="en-US" sz="4800" b="1" dirty="0">
              <a:solidFill>
                <a:schemeClr val="tx1">
                  <a:lumMod val="85000"/>
                  <a:lumOff val="15000"/>
                </a:schemeClr>
              </a:solidFill>
              <a:latin typeface="Times New Roman" pitchFamily="18" charset="0"/>
              <a:ea typeface="华文新魏" pitchFamily="2" charset="-122"/>
            </a:endParaRPr>
          </a:p>
        </p:txBody>
      </p:sp>
      <p:sp>
        <p:nvSpPr>
          <p:cNvPr id="552963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762000" y="1655763"/>
            <a:ext cx="8077200" cy="3933825"/>
          </a:xfrm>
          <a:extLst>
            <a:ext uri="{91240B29-F687-4F45-9708-019B960494DF}">
              <a14:hiddenLine xmlns:a14="http://schemas.microsoft.com/office/drawing/2010/main" w="9525" cap="flat" cmpd="sng">
                <a:solidFill>
                  <a:schemeClr val="tx1"/>
                </a:solidFill>
                <a:prstDash val="solid"/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marL="457200" indent="-457200" algn="just" eaLnBrk="1" hangingPunct="1">
              <a:lnSpc>
                <a:spcPts val="5000"/>
              </a:lnSpc>
              <a:spcBef>
                <a:spcPct val="30000"/>
              </a:spcBef>
              <a:buClr>
                <a:schemeClr val="tx2"/>
              </a:buClr>
              <a:buSzPct val="75000"/>
              <a:buFont typeface="Wingdings" pitchFamily="2" charset="2"/>
              <a:buNone/>
              <a:defRPr/>
            </a:pPr>
            <a:r>
              <a:rPr lang="zh-CN" altLang="en-US" sz="2400" b="1" dirty="0">
                <a:effectLst>
                  <a:outerShdw blurRad="38100" dist="38100" dir="2700000" algn="tl">
                    <a:srgbClr val="000000"/>
                  </a:outerShdw>
                </a:effectLst>
                <a:latin typeface="宋体" pitchFamily="2" charset="-122"/>
              </a:rPr>
              <a:t>一、</a:t>
            </a:r>
            <a:r>
              <a:rPr lang="zh-CN" altLang="en-US" sz="2200" b="1" dirty="0">
                <a:effectLst>
                  <a:outerShdw blurRad="38100" dist="38100" dir="2700000" algn="tl">
                    <a:srgbClr val="000000"/>
                  </a:outerShdw>
                </a:effectLst>
                <a:latin typeface="宋体" pitchFamily="2" charset="-122"/>
              </a:rPr>
              <a:t>实验目的</a:t>
            </a:r>
            <a:endParaRPr lang="zh-CN" altLang="en-US" sz="2200" b="1" dirty="0">
              <a:effectLst>
                <a:outerShdw blurRad="38100" dist="38100" dir="2700000" algn="tl">
                  <a:srgbClr val="000000"/>
                </a:outerShdw>
              </a:effectLst>
              <a:latin typeface="宋体" pitchFamily="2" charset="-122"/>
              <a:cs typeface="Courier New" pitchFamily="49" charset="0"/>
            </a:endParaRPr>
          </a:p>
          <a:p>
            <a:pPr marL="457200" indent="-457200" algn="just" eaLnBrk="1" hangingPunct="1">
              <a:lnSpc>
                <a:spcPts val="5000"/>
              </a:lnSpc>
              <a:spcBef>
                <a:spcPct val="30000"/>
              </a:spcBef>
              <a:buClr>
                <a:schemeClr val="tx1"/>
              </a:buClr>
              <a:buSzPct val="75000"/>
              <a:buFont typeface="Wingdings" pitchFamily="2" charset="2"/>
              <a:buAutoNum type="arabicPeriod"/>
              <a:defRPr/>
            </a:pPr>
            <a:r>
              <a:rPr lang="zh-CN" altLang="en-US" sz="2200" b="1" dirty="0">
                <a:effectLst>
                  <a:outerShdw blurRad="38100" dist="38100" dir="2700000" algn="tl">
                    <a:srgbClr val="000000"/>
                  </a:outerShdw>
                </a:effectLst>
                <a:latin typeface="宋体" pitchFamily="2" charset="-122"/>
              </a:rPr>
              <a:t>熟悉</a:t>
            </a:r>
            <a:r>
              <a:rPr lang="en-US" altLang="zh-CN" sz="2200" b="1" dirty="0">
                <a:effectLst>
                  <a:outerShdw blurRad="38100" dist="38100" dir="2700000" algn="tl">
                    <a:srgbClr val="000000"/>
                  </a:outerShdw>
                </a:effectLst>
                <a:latin typeface="宋体" pitchFamily="2" charset="-122"/>
              </a:rPr>
              <a:t>Linux</a:t>
            </a:r>
            <a:r>
              <a:rPr lang="zh-CN" altLang="en-US" sz="2200" b="1" dirty="0">
                <a:effectLst>
                  <a:outerShdw blurRad="38100" dist="38100" dir="2700000" algn="tl">
                    <a:srgbClr val="000000"/>
                  </a:outerShdw>
                </a:effectLst>
                <a:latin typeface="宋体" pitchFamily="2" charset="-122"/>
              </a:rPr>
              <a:t>下的多进程编程</a:t>
            </a:r>
          </a:p>
          <a:p>
            <a:pPr marL="457200" indent="-457200" algn="just" eaLnBrk="1" hangingPunct="1">
              <a:lnSpc>
                <a:spcPts val="5000"/>
              </a:lnSpc>
              <a:spcBef>
                <a:spcPct val="30000"/>
              </a:spcBef>
              <a:buClr>
                <a:schemeClr val="tx1"/>
              </a:buClr>
              <a:buSzPct val="75000"/>
              <a:buFont typeface="Wingdings" pitchFamily="2" charset="2"/>
              <a:buAutoNum type="arabicPeriod"/>
              <a:defRPr/>
            </a:pPr>
            <a:r>
              <a:rPr lang="zh-CN" altLang="en-US" sz="2200" b="1" dirty="0">
                <a:effectLst>
                  <a:outerShdw blurRad="38100" dist="38100" dir="2700000" algn="tl">
                    <a:srgbClr val="000000"/>
                  </a:outerShdw>
                </a:effectLst>
                <a:latin typeface="宋体" pitchFamily="2" charset="-122"/>
              </a:rPr>
              <a:t>熟悉</a:t>
            </a:r>
            <a:r>
              <a:rPr lang="en-US" altLang="zh-CN" sz="2200" b="1" dirty="0">
                <a:effectLst>
                  <a:outerShdw blurRad="38100" dist="38100" dir="2700000" algn="tl">
                    <a:srgbClr val="000000"/>
                  </a:outerShdw>
                </a:effectLst>
                <a:latin typeface="宋体" pitchFamily="2" charset="-122"/>
              </a:rPr>
              <a:t>Linux</a:t>
            </a:r>
            <a:r>
              <a:rPr lang="zh-CN" altLang="en-US" sz="2200" b="1" dirty="0">
                <a:effectLst>
                  <a:outerShdw blurRad="38100" dist="38100" dir="2700000" algn="tl">
                    <a:srgbClr val="000000"/>
                  </a:outerShdw>
                </a:effectLst>
                <a:latin typeface="宋体" pitchFamily="2" charset="-122"/>
              </a:rPr>
              <a:t>的信号量与共享存储区的使用</a:t>
            </a:r>
            <a:endParaRPr lang="en-US" altLang="zh-CN" sz="2200" b="1" dirty="0">
              <a:effectLst>
                <a:outerShdw blurRad="38100" dist="38100" dir="2700000" algn="tl">
                  <a:srgbClr val="000000"/>
                </a:outerShdw>
              </a:effectLst>
              <a:latin typeface="宋体" pitchFamily="2" charset="-122"/>
            </a:endParaRPr>
          </a:p>
          <a:p>
            <a:pPr marL="457200" indent="-457200" algn="just" eaLnBrk="1" hangingPunct="1">
              <a:lnSpc>
                <a:spcPts val="5000"/>
              </a:lnSpc>
              <a:spcBef>
                <a:spcPct val="30000"/>
              </a:spcBef>
              <a:buClr>
                <a:schemeClr val="tx1"/>
              </a:buClr>
              <a:buSzPct val="75000"/>
              <a:buFont typeface="Wingdings" pitchFamily="2" charset="2"/>
              <a:buAutoNum type="arabicPeriod"/>
              <a:defRPr/>
            </a:pPr>
            <a:r>
              <a:rPr lang="zh-CN" altLang="en-US" sz="2200" b="1" dirty="0">
                <a:effectLst>
                  <a:outerShdw blurRad="38100" dist="38100" dir="2700000" algn="tl">
                    <a:srgbClr val="000000"/>
                  </a:outerShdw>
                </a:effectLst>
                <a:latin typeface="宋体" pitchFamily="2" charset="-122"/>
              </a:rPr>
              <a:t>加深对生产者</a:t>
            </a:r>
            <a:r>
              <a:rPr lang="en-US" altLang="zh-CN" sz="2200" b="1" dirty="0">
                <a:effectLst>
                  <a:outerShdw blurRad="38100" dist="38100" dir="2700000" algn="tl">
                    <a:srgbClr val="000000"/>
                  </a:outerShdw>
                </a:effectLst>
                <a:latin typeface="宋体" pitchFamily="2" charset="-122"/>
              </a:rPr>
              <a:t>/</a:t>
            </a:r>
            <a:r>
              <a:rPr lang="zh-CN" altLang="en-US" sz="2200" b="1" dirty="0">
                <a:effectLst>
                  <a:outerShdw blurRad="38100" dist="38100" dir="2700000" algn="tl">
                    <a:srgbClr val="000000"/>
                  </a:outerShdw>
                </a:effectLst>
                <a:latin typeface="宋体" pitchFamily="2" charset="-122"/>
              </a:rPr>
              <a:t>消费者（</a:t>
            </a:r>
            <a:r>
              <a:rPr lang="en-US" altLang="zh-CN" sz="2200" b="1" dirty="0">
                <a:effectLst>
                  <a:outerShdw blurRad="38100" dist="38100" dir="2700000" algn="tl">
                    <a:srgbClr val="000000"/>
                  </a:outerShdw>
                </a:effectLst>
                <a:latin typeface="宋体" pitchFamily="2" charset="-122"/>
              </a:rPr>
              <a:t>PC</a:t>
            </a:r>
            <a:r>
              <a:rPr lang="zh-CN" altLang="en-US" sz="2200" b="1" dirty="0">
                <a:effectLst>
                  <a:outerShdw blurRad="38100" dist="38100" dir="2700000" algn="tl">
                    <a:srgbClr val="000000"/>
                  </a:outerShdw>
                </a:effectLst>
                <a:latin typeface="宋体" pitchFamily="2" charset="-122"/>
              </a:rPr>
              <a:t>）问题的理解</a:t>
            </a:r>
            <a:endParaRPr lang="en-US" altLang="zh-CN" sz="2200" b="1" dirty="0">
              <a:effectLst>
                <a:outerShdw blurRad="38100" dist="38100" dir="2700000" algn="tl">
                  <a:srgbClr val="000000"/>
                </a:outerShdw>
              </a:effectLst>
              <a:latin typeface="宋体" pitchFamily="2" charset="-122"/>
            </a:endParaRPr>
          </a:p>
          <a:p>
            <a:pPr marL="0" indent="0" algn="just" eaLnBrk="1" hangingPunct="1">
              <a:lnSpc>
                <a:spcPts val="5000"/>
              </a:lnSpc>
              <a:spcBef>
                <a:spcPct val="30000"/>
              </a:spcBef>
              <a:buClr>
                <a:schemeClr val="tx1"/>
              </a:buClr>
              <a:buSzPct val="75000"/>
              <a:buFont typeface="Georgia" pitchFamily="18" charset="0"/>
              <a:buNone/>
              <a:defRPr/>
            </a:pPr>
            <a:r>
              <a:rPr lang="zh-CN" altLang="en-US" sz="2200" b="1" dirty="0">
                <a:effectLst>
                  <a:outerShdw blurRad="38100" dist="38100" dir="2700000" algn="tl">
                    <a:srgbClr val="000000"/>
                  </a:outerShdw>
                </a:effectLst>
                <a:latin typeface="宋体" pitchFamily="2" charset="-122"/>
              </a:rPr>
              <a:t>二、实验环境</a:t>
            </a:r>
            <a:endParaRPr lang="zh-CN" altLang="en-US" sz="2200" b="1" dirty="0">
              <a:effectLst>
                <a:outerShdw blurRad="38100" dist="38100" dir="2700000" algn="tl">
                  <a:srgbClr val="000000"/>
                </a:outerShdw>
              </a:effectLst>
              <a:latin typeface="宋体" pitchFamily="2" charset="-122"/>
              <a:cs typeface="Courier New" pitchFamily="49" charset="0"/>
            </a:endParaRPr>
          </a:p>
          <a:p>
            <a:pPr marL="457200" indent="-457200" algn="just" eaLnBrk="1" hangingPunct="1">
              <a:lnSpc>
                <a:spcPts val="5000"/>
              </a:lnSpc>
              <a:spcBef>
                <a:spcPct val="30000"/>
              </a:spcBef>
              <a:buClr>
                <a:schemeClr val="tx1"/>
              </a:buClr>
              <a:buSzPct val="75000"/>
              <a:buFont typeface="Wingdings" pitchFamily="2" charset="2"/>
              <a:buAutoNum type="arabicPeriod"/>
              <a:defRPr/>
            </a:pPr>
            <a:r>
              <a:rPr lang="en-US" altLang="zh-CN" sz="2200" b="1" dirty="0">
                <a:effectLst>
                  <a:outerShdw blurRad="38100" dist="38100" dir="2700000" algn="tl">
                    <a:srgbClr val="000000"/>
                  </a:outerShdw>
                </a:effectLst>
                <a:latin typeface="宋体" pitchFamily="2" charset="-122"/>
              </a:rPr>
              <a:t>Ubuntu 12.4</a:t>
            </a:r>
            <a:r>
              <a:rPr lang="zh-CN" altLang="en-US" sz="2200" b="1" dirty="0">
                <a:effectLst>
                  <a:outerShdw blurRad="38100" dist="38100" dir="2700000" algn="tl">
                    <a:srgbClr val="000000"/>
                  </a:outerShdw>
                </a:effectLst>
                <a:latin typeface="宋体" pitchFamily="2" charset="-122"/>
              </a:rPr>
              <a:t>（</a:t>
            </a:r>
            <a:r>
              <a:rPr lang="en-US" altLang="zh-CN" sz="2200" b="1" dirty="0">
                <a:effectLst>
                  <a:outerShdw blurRad="38100" dist="38100" dir="2700000" algn="tl">
                    <a:srgbClr val="000000"/>
                  </a:outerShdw>
                </a:effectLst>
                <a:latin typeface="宋体" pitchFamily="2" charset="-122"/>
              </a:rPr>
              <a:t>32</a:t>
            </a:r>
            <a:r>
              <a:rPr lang="zh-CN" altLang="en-US" sz="2200" b="1" dirty="0">
                <a:effectLst>
                  <a:outerShdw blurRad="38100" dist="38100" dir="2700000" algn="tl">
                    <a:srgbClr val="000000"/>
                  </a:outerShdw>
                </a:effectLst>
                <a:latin typeface="宋体" pitchFamily="2" charset="-122"/>
              </a:rPr>
              <a:t>位，简体中文）</a:t>
            </a:r>
            <a:endParaRPr lang="zh-CN" altLang="en-US" sz="2200" b="1" dirty="0">
              <a:effectLst>
                <a:outerShdw blurRad="38100" dist="38100" dir="2700000" algn="tl">
                  <a:srgbClr val="000000"/>
                </a:outerShdw>
              </a:effectLst>
              <a:latin typeface="宋体" pitchFamily="2" charset="-122"/>
              <a:cs typeface="Courier New" pitchFamily="49" charset="0"/>
            </a:endParaRPr>
          </a:p>
        </p:txBody>
      </p:sp>
      <p:sp>
        <p:nvSpPr>
          <p:cNvPr id="5125" name="Line 4"/>
          <p:cNvSpPr>
            <a:spLocks noChangeShapeType="1"/>
          </p:cNvSpPr>
          <p:nvPr/>
        </p:nvSpPr>
        <p:spPr bwMode="auto">
          <a:xfrm>
            <a:off x="0" y="1143000"/>
            <a:ext cx="9144000" cy="0"/>
          </a:xfrm>
          <a:prstGeom prst="line">
            <a:avLst/>
          </a:prstGeom>
          <a:noFill/>
          <a:ln w="38100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5126" name="Line 5"/>
          <p:cNvSpPr>
            <a:spLocks noChangeShapeType="1"/>
          </p:cNvSpPr>
          <p:nvPr/>
        </p:nvSpPr>
        <p:spPr bwMode="auto">
          <a:xfrm>
            <a:off x="533400" y="0"/>
            <a:ext cx="0" cy="6858000"/>
          </a:xfrm>
          <a:prstGeom prst="line">
            <a:avLst/>
          </a:prstGeom>
          <a:noFill/>
          <a:ln w="38100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15815430"/>
      </p:ext>
    </p:extLst>
  </p:cSld>
  <p:clrMapOvr>
    <a:masterClrMapping/>
  </p:clrMapOvr>
  <p:transition>
    <p:random/>
    <p:sndAc>
      <p:stSnd>
        <p:snd r:embed="rId2" name="projctor.wav"/>
      </p:stSnd>
    </p:sndAc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灯片编号占位符 6">
            <a:extLst>
              <a:ext uri="{FF2B5EF4-FFF2-40B4-BE49-F238E27FC236}">
                <a16:creationId xmlns:a16="http://schemas.microsoft.com/office/drawing/2014/main" id="{5691991B-8CBA-40C5-A81A-4492CE1C64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ts val="300"/>
              </a:spcBef>
              <a:buClr>
                <a:srgbClr val="A04DA3"/>
              </a:buClr>
              <a:buFont typeface="Georgia" panose="02040502050405020303" pitchFamily="18" charset="0"/>
              <a:buChar char="•"/>
              <a:defRPr sz="2800">
                <a:solidFill>
                  <a:schemeClr val="tx1"/>
                </a:solidFill>
                <a:latin typeface="Georgia" panose="02040502050405020303" pitchFamily="18" charset="0"/>
              </a:defRPr>
            </a:lvl1pPr>
            <a:lvl2pPr marL="742950" indent="-285750">
              <a:spcBef>
                <a:spcPts val="300"/>
              </a:spcBef>
              <a:buClr>
                <a:schemeClr val="accent2"/>
              </a:buClr>
              <a:buFont typeface="Georgia" panose="02040502050405020303" pitchFamily="18" charset="0"/>
              <a:buChar char="▫"/>
              <a:defRPr sz="2600">
                <a:solidFill>
                  <a:schemeClr val="accent2"/>
                </a:solidFill>
                <a:latin typeface="Georgia" panose="02040502050405020303" pitchFamily="18" charset="0"/>
              </a:defRPr>
            </a:lvl2pPr>
            <a:lvl3pPr marL="1143000" indent="-228600">
              <a:spcBef>
                <a:spcPts val="300"/>
              </a:spcBef>
              <a:buClr>
                <a:schemeClr val="accent1"/>
              </a:buClr>
              <a:buFont typeface="Wingdings 2" panose="05020102010507070707" pitchFamily="18" charset="2"/>
              <a:buChar char=""/>
              <a:defRPr sz="2400">
                <a:solidFill>
                  <a:schemeClr val="accent1"/>
                </a:solidFill>
                <a:latin typeface="Georgia" panose="02040502050405020303" pitchFamily="18" charset="0"/>
              </a:defRPr>
            </a:lvl3pPr>
            <a:lvl4pPr marL="1600200" indent="-228600">
              <a:spcBef>
                <a:spcPts val="300"/>
              </a:spcBef>
              <a:buClr>
                <a:schemeClr val="accent1"/>
              </a:buClr>
              <a:buFont typeface="Wingdings 2" panose="05020102010507070707" pitchFamily="18" charset="2"/>
              <a:buChar char=""/>
              <a:defRPr sz="2200">
                <a:solidFill>
                  <a:schemeClr val="accent1"/>
                </a:solidFill>
                <a:latin typeface="Georgia" panose="02040502050405020303" pitchFamily="18" charset="0"/>
              </a:defRPr>
            </a:lvl4pPr>
            <a:lvl5pPr marL="2057400" indent="-228600">
              <a:spcBef>
                <a:spcPts val="300"/>
              </a:spcBef>
              <a:buClr>
                <a:srgbClr val="A04DA3"/>
              </a:buClr>
              <a:buFont typeface="Georgia" panose="02040502050405020303" pitchFamily="18" charset="0"/>
              <a:buChar char="▫"/>
              <a:defRPr sz="2000">
                <a:solidFill>
                  <a:srgbClr val="A04DA3"/>
                </a:solidFill>
                <a:latin typeface="Georgia" panose="02040502050405020303" pitchFamily="18" charset="0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rgbClr val="A04DA3"/>
              </a:buClr>
              <a:buFont typeface="Georgia" panose="02040502050405020303" pitchFamily="18" charset="0"/>
              <a:buChar char="▫"/>
              <a:defRPr sz="2000">
                <a:solidFill>
                  <a:srgbClr val="A04DA3"/>
                </a:solidFill>
                <a:latin typeface="Georgia" panose="02040502050405020303" pitchFamily="18" charset="0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rgbClr val="A04DA3"/>
              </a:buClr>
              <a:buFont typeface="Georgia" panose="02040502050405020303" pitchFamily="18" charset="0"/>
              <a:buChar char="▫"/>
              <a:defRPr sz="2000">
                <a:solidFill>
                  <a:srgbClr val="A04DA3"/>
                </a:solidFill>
                <a:latin typeface="Georgia" panose="02040502050405020303" pitchFamily="18" charset="0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rgbClr val="A04DA3"/>
              </a:buClr>
              <a:buFont typeface="Georgia" panose="02040502050405020303" pitchFamily="18" charset="0"/>
              <a:buChar char="▫"/>
              <a:defRPr sz="2000">
                <a:solidFill>
                  <a:srgbClr val="A04DA3"/>
                </a:solidFill>
                <a:latin typeface="Georgia" panose="02040502050405020303" pitchFamily="18" charset="0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rgbClr val="A04DA3"/>
              </a:buClr>
              <a:buFont typeface="Georgia" panose="02040502050405020303" pitchFamily="18" charset="0"/>
              <a:buChar char="▫"/>
              <a:defRPr sz="2000">
                <a:solidFill>
                  <a:srgbClr val="A04DA3"/>
                </a:solidFill>
                <a:latin typeface="Georgia" panose="02040502050405020303" pitchFamily="18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825A53E5-FA29-4ED6-980C-BFDF1A1CB897}" type="slidenum">
              <a:rPr lang="zh-CN" altLang="en-US" sz="1800" smtClean="0">
                <a:solidFill>
                  <a:srgbClr val="FFFFFF"/>
                </a:solidFill>
                <a:latin typeface="Times New Roman" panose="02020603050405020304" pitchFamily="18" charset="0"/>
              </a:rPr>
              <a:pPr>
                <a:spcBef>
                  <a:spcPct val="0"/>
                </a:spcBef>
                <a:buClrTx/>
                <a:buFontTx/>
                <a:buNone/>
              </a:pPr>
              <a:t>11</a:t>
            </a:fld>
            <a:endParaRPr lang="en-US" altLang="zh-CN" sz="1800">
              <a:solidFill>
                <a:srgbClr val="FFFFFF"/>
              </a:solidFill>
              <a:latin typeface="Times New Roman" panose="02020603050405020304" pitchFamily="18" charset="0"/>
            </a:endParaRPr>
          </a:p>
        </p:txBody>
      </p:sp>
      <p:sp>
        <p:nvSpPr>
          <p:cNvPr id="552962" name="Rectangle 2">
            <a:extLst>
              <a:ext uri="{FF2B5EF4-FFF2-40B4-BE49-F238E27FC236}">
                <a16:creationId xmlns:a16="http://schemas.microsoft.com/office/drawing/2014/main" id="{7360CD6D-9347-46E2-89A6-558525A396A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685800" y="511175"/>
            <a:ext cx="8062913" cy="541338"/>
          </a:xfrm>
          <a:extLst>
            <a:ext uri="{91240B29-F687-4F45-9708-019B960494DF}">
              <a14:hiddenLine xmlns:a14="http://schemas.microsoft.com/office/drawing/2010/main" w="9525" cap="flat" cmpd="sng">
                <a:solidFill>
                  <a:schemeClr val="tx1"/>
                </a:solidFill>
                <a:prstDash val="solid"/>
                <a:miter lim="800000"/>
                <a:headEnd/>
                <a:tailEnd/>
              </a14:hiddenLine>
            </a:ext>
          </a:extLst>
        </p:spPr>
        <p:txBody>
          <a:bodyPr lIns="97332" tIns="48667" rIns="97332" bIns="48667" anchor="t">
            <a:spAutoFit/>
          </a:bodyPr>
          <a:lstStyle/>
          <a:p>
            <a:pPr defTabSz="966788" eaLnBrk="1" hangingPunct="1">
              <a:lnSpc>
                <a:spcPct val="90000"/>
              </a:lnSpc>
              <a:defRPr/>
            </a:pPr>
            <a:r>
              <a:rPr lang="zh-CN" altLang="en-US" sz="3200" b="1" dirty="0">
                <a:solidFill>
                  <a:prstClr val="black">
                    <a:lumMod val="85000"/>
                    <a:lumOff val="15000"/>
                  </a:prstClr>
                </a:solidFill>
                <a:latin typeface="华文新魏" pitchFamily="2" charset="-122"/>
                <a:ea typeface="华文新魏" pitchFamily="2" charset="-122"/>
              </a:rPr>
              <a:t>实验</a:t>
            </a:r>
            <a:r>
              <a:rPr lang="en-US" altLang="zh-CN" sz="3200" b="1" dirty="0">
                <a:solidFill>
                  <a:prstClr val="black">
                    <a:lumMod val="85000"/>
                    <a:lumOff val="15000"/>
                  </a:prstClr>
                </a:solidFill>
                <a:latin typeface="华文新魏" pitchFamily="2" charset="-122"/>
                <a:ea typeface="华文新魏" pitchFamily="2" charset="-122"/>
              </a:rPr>
              <a:t>3</a:t>
            </a:r>
            <a:r>
              <a:rPr lang="zh-CN" altLang="en-US" sz="3200" b="1" dirty="0">
                <a:solidFill>
                  <a:prstClr val="black">
                    <a:lumMod val="85000"/>
                    <a:lumOff val="15000"/>
                  </a:prstClr>
                </a:solidFill>
                <a:latin typeface="华文新魏" pitchFamily="2" charset="-122"/>
                <a:ea typeface="华文新魏" pitchFamily="2" charset="-122"/>
              </a:rPr>
              <a:t> 复杂</a:t>
            </a:r>
            <a:r>
              <a:rPr lang="en-US" altLang="zh-CN" sz="3200" b="1" dirty="0">
                <a:solidFill>
                  <a:prstClr val="black">
                    <a:lumMod val="85000"/>
                    <a:lumOff val="15000"/>
                  </a:prstClr>
                </a:solidFill>
                <a:latin typeface="华文新魏" pitchFamily="2" charset="-122"/>
                <a:ea typeface="华文新魏" pitchFamily="2" charset="-122"/>
              </a:rPr>
              <a:t>PC</a:t>
            </a:r>
            <a:r>
              <a:rPr lang="zh-CN" altLang="en-US" sz="3200" b="1" dirty="0">
                <a:solidFill>
                  <a:prstClr val="black">
                    <a:lumMod val="85000"/>
                    <a:lumOff val="15000"/>
                  </a:prstClr>
                </a:solidFill>
                <a:latin typeface="华文新魏" pitchFamily="2" charset="-122"/>
                <a:ea typeface="华文新魏" pitchFamily="2" charset="-122"/>
              </a:rPr>
              <a:t>问题</a:t>
            </a:r>
            <a:r>
              <a:rPr lang="en-US" altLang="zh-CN" sz="3200" b="1" dirty="0">
                <a:solidFill>
                  <a:prstClr val="black">
                    <a:lumMod val="85000"/>
                    <a:lumOff val="15000"/>
                  </a:prstClr>
                </a:solidFill>
                <a:latin typeface="华文新魏" pitchFamily="2" charset="-122"/>
                <a:ea typeface="华文新魏" pitchFamily="2" charset="-122"/>
              </a:rPr>
              <a:t>——</a:t>
            </a:r>
            <a:r>
              <a:rPr lang="zh-CN" altLang="en-US" sz="3200" b="1" dirty="0">
                <a:solidFill>
                  <a:prstClr val="black">
                    <a:lumMod val="85000"/>
                    <a:lumOff val="15000"/>
                  </a:prstClr>
                </a:solidFill>
                <a:latin typeface="华文新魏" pitchFamily="2" charset="-122"/>
                <a:ea typeface="华文新魏" pitchFamily="2" charset="-122"/>
              </a:rPr>
              <a:t>信号量与共享存储区</a:t>
            </a:r>
            <a:endParaRPr lang="zh-CN" altLang="en-US" sz="4800" b="1" dirty="0">
              <a:solidFill>
                <a:schemeClr val="tx1">
                  <a:lumMod val="85000"/>
                  <a:lumOff val="15000"/>
                </a:schemeClr>
              </a:solidFill>
              <a:latin typeface="Times New Roman" pitchFamily="18" charset="0"/>
              <a:ea typeface="华文新魏" pitchFamily="2" charset="-122"/>
            </a:endParaRPr>
          </a:p>
        </p:txBody>
      </p:sp>
      <p:sp>
        <p:nvSpPr>
          <p:cNvPr id="552963" name="Rectangle 3">
            <a:extLst>
              <a:ext uri="{FF2B5EF4-FFF2-40B4-BE49-F238E27FC236}">
                <a16:creationId xmlns:a16="http://schemas.microsoft.com/office/drawing/2014/main" id="{EC6A627B-365E-4E2B-9F2A-AD7C29223324}"/>
              </a:ext>
            </a:extLst>
          </p:cNvPr>
          <p:cNvSpPr>
            <a:spLocks noGrp="1" noChangeArrowheads="1"/>
          </p:cNvSpPr>
          <p:nvPr>
            <p:ph type="body" sz="half" idx="1"/>
          </p:nvPr>
        </p:nvSpPr>
        <p:spPr>
          <a:xfrm>
            <a:off x="755650" y="1557338"/>
            <a:ext cx="7740650" cy="1606550"/>
          </a:xfrm>
          <a:extLst>
            <a:ext uri="{91240B29-F687-4F45-9708-019B960494DF}">
              <a14:hiddenLine xmlns:a14="http://schemas.microsoft.com/office/drawing/2010/main" w="9525" cap="flat" cmpd="sng">
                <a:solidFill>
                  <a:schemeClr val="tx1"/>
                </a:solidFill>
                <a:prstDash val="solid"/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marL="457200" indent="-457200" algn="just" eaLnBrk="1" hangingPunct="1">
              <a:lnSpc>
                <a:spcPts val="5400"/>
              </a:lnSpc>
              <a:spcBef>
                <a:spcPct val="30000"/>
              </a:spcBef>
              <a:buClr>
                <a:schemeClr val="tx2"/>
              </a:buClr>
              <a:buSzPct val="75000"/>
              <a:buFont typeface="Wingdings" pitchFamily="2" charset="2"/>
              <a:buNone/>
              <a:defRPr/>
            </a:pPr>
            <a:r>
              <a:rPr lang="zh-CN" altLang="en-US" sz="2400" b="1" dirty="0">
                <a:effectLst>
                  <a:outerShdw blurRad="38100" dist="38100" dir="2700000" algn="tl">
                    <a:srgbClr val="000000"/>
                  </a:outerShdw>
                </a:effectLst>
                <a:latin typeface="宋体" pitchFamily="2" charset="-122"/>
              </a:rPr>
              <a:t>三、</a:t>
            </a:r>
            <a:r>
              <a:rPr lang="zh-CN" altLang="en-US" sz="2200" b="1" dirty="0">
                <a:effectLst>
                  <a:outerShdw blurRad="38100" dist="38100" dir="2700000" algn="tl">
                    <a:srgbClr val="000000"/>
                  </a:outerShdw>
                </a:effectLst>
                <a:latin typeface="宋体" pitchFamily="2" charset="-122"/>
              </a:rPr>
              <a:t>实验内容</a:t>
            </a:r>
            <a:endParaRPr lang="zh-CN" altLang="en-US" sz="2200" b="1" dirty="0">
              <a:effectLst>
                <a:outerShdw blurRad="38100" dist="38100" dir="2700000" algn="tl">
                  <a:srgbClr val="000000"/>
                </a:outerShdw>
              </a:effectLst>
              <a:latin typeface="宋体" pitchFamily="2" charset="-122"/>
              <a:cs typeface="Courier New" pitchFamily="49" charset="0"/>
            </a:endParaRPr>
          </a:p>
          <a:p>
            <a:pPr marL="457200" indent="-457200" algn="just" eaLnBrk="1" hangingPunct="1">
              <a:lnSpc>
                <a:spcPts val="5400"/>
              </a:lnSpc>
              <a:spcBef>
                <a:spcPct val="30000"/>
              </a:spcBef>
              <a:buClr>
                <a:schemeClr val="tx1"/>
              </a:buClr>
              <a:buSzPct val="100000"/>
              <a:buFont typeface="Wingdings" pitchFamily="2" charset="2"/>
              <a:buAutoNum type="arabicPeriod"/>
              <a:defRPr/>
            </a:pPr>
            <a:r>
              <a:rPr lang="zh-CN" altLang="en-US" sz="2200" b="1" dirty="0">
                <a:effectLst>
                  <a:outerShdw blurRad="38100" dist="38100" dir="2700000" algn="tl">
                    <a:srgbClr val="000000"/>
                  </a:outerShdw>
                </a:effectLst>
                <a:latin typeface="宋体" pitchFamily="2" charset="-122"/>
              </a:rPr>
              <a:t>编写程序，构建</a:t>
            </a:r>
            <a:r>
              <a:rPr lang="zh-CN" altLang="en-US" sz="2200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宋体" pitchFamily="2" charset="-122"/>
              </a:rPr>
              <a:t>父进程逻辑</a:t>
            </a:r>
            <a:r>
              <a:rPr lang="zh-CN" altLang="en-US" sz="2200" b="1" dirty="0">
                <a:effectLst>
                  <a:outerShdw blurRad="38100" dist="38100" dir="2700000" algn="tl">
                    <a:srgbClr val="000000"/>
                  </a:outerShdw>
                </a:effectLst>
                <a:latin typeface="宋体" pitchFamily="2" charset="-122"/>
              </a:rPr>
              <a:t>与</a:t>
            </a:r>
            <a:r>
              <a:rPr lang="zh-CN" altLang="en-US" sz="2200" b="1" dirty="0">
                <a:solidFill>
                  <a:srgbClr val="FFC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宋体" pitchFamily="2" charset="-122"/>
              </a:rPr>
              <a:t>子进程逻辑</a:t>
            </a:r>
            <a:r>
              <a:rPr lang="zh-CN" altLang="en-US" sz="2200" b="1" dirty="0">
                <a:effectLst>
                  <a:outerShdw blurRad="38100" dist="38100" dir="2700000" algn="tl">
                    <a:srgbClr val="000000"/>
                  </a:outerShdw>
                </a:effectLst>
                <a:latin typeface="宋体" pitchFamily="2" charset="-122"/>
              </a:rPr>
              <a:t>框架</a:t>
            </a:r>
            <a:endParaRPr lang="en-US" altLang="zh-CN" sz="2200" b="1" dirty="0">
              <a:effectLst>
                <a:outerShdw blurRad="38100" dist="38100" dir="2700000" algn="tl">
                  <a:srgbClr val="000000"/>
                </a:outerShdw>
              </a:effectLst>
              <a:latin typeface="宋体" pitchFamily="2" charset="-122"/>
            </a:endParaRPr>
          </a:p>
        </p:txBody>
      </p:sp>
      <p:sp>
        <p:nvSpPr>
          <p:cNvPr id="8197" name="Line 4">
            <a:extLst>
              <a:ext uri="{FF2B5EF4-FFF2-40B4-BE49-F238E27FC236}">
                <a16:creationId xmlns:a16="http://schemas.microsoft.com/office/drawing/2014/main" id="{363D0E2E-DF69-484D-8BDC-5FD47AC208ED}"/>
              </a:ext>
            </a:extLst>
          </p:cNvPr>
          <p:cNvSpPr>
            <a:spLocks noChangeShapeType="1"/>
          </p:cNvSpPr>
          <p:nvPr/>
        </p:nvSpPr>
        <p:spPr bwMode="auto">
          <a:xfrm>
            <a:off x="0" y="1143000"/>
            <a:ext cx="9144000" cy="0"/>
          </a:xfrm>
          <a:prstGeom prst="line">
            <a:avLst/>
          </a:prstGeom>
          <a:noFill/>
          <a:ln w="38100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8198" name="Line 5">
            <a:extLst>
              <a:ext uri="{FF2B5EF4-FFF2-40B4-BE49-F238E27FC236}">
                <a16:creationId xmlns:a16="http://schemas.microsoft.com/office/drawing/2014/main" id="{2218F8D3-216D-40D1-8DCD-D835CD79F4D6}"/>
              </a:ext>
            </a:extLst>
          </p:cNvPr>
          <p:cNvSpPr>
            <a:spLocks noChangeShapeType="1"/>
          </p:cNvSpPr>
          <p:nvPr/>
        </p:nvSpPr>
        <p:spPr bwMode="auto">
          <a:xfrm>
            <a:off x="533400" y="0"/>
            <a:ext cx="0" cy="6858000"/>
          </a:xfrm>
          <a:prstGeom prst="line">
            <a:avLst/>
          </a:prstGeom>
          <a:noFill/>
          <a:ln w="38100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7A0D1D1B-4B6D-4C51-BF4B-DB5A551FDA4F}"/>
              </a:ext>
            </a:extLst>
          </p:cNvPr>
          <p:cNvSpPr/>
          <p:nvPr/>
        </p:nvSpPr>
        <p:spPr>
          <a:xfrm>
            <a:off x="2741613" y="3306763"/>
            <a:ext cx="1704975" cy="719137"/>
          </a:xfrm>
          <a:prstGeom prst="rect">
            <a:avLst/>
          </a:prstGeom>
          <a:solidFill>
            <a:srgbClr val="C0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r>
              <a:rPr lang="zh-CN" alt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程序初始化</a:t>
            </a:r>
            <a:endParaRPr lang="en-US" altLang="zh-CN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 eaLnBrk="1" hangingPunct="1">
              <a:defRPr/>
            </a:pPr>
            <a:r>
              <a:rPr lang="en-US" altLang="zh-CN" sz="2000" b="1" dirty="0" err="1">
                <a:solidFill>
                  <a:srgbClr val="92D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init</a:t>
            </a:r>
            <a:r>
              <a:rPr lang="en-US" altLang="zh-CN" sz="2000" b="1" dirty="0">
                <a:solidFill>
                  <a:srgbClr val="92D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();</a:t>
            </a:r>
            <a:endParaRPr lang="zh-CN" altLang="en-US" sz="2000" b="1" dirty="0">
              <a:solidFill>
                <a:srgbClr val="92D05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085879B-8151-4CC4-BE2D-23C04AF3E803}"/>
              </a:ext>
            </a:extLst>
          </p:cNvPr>
          <p:cNvSpPr/>
          <p:nvPr/>
        </p:nvSpPr>
        <p:spPr>
          <a:xfrm>
            <a:off x="2805113" y="4494213"/>
            <a:ext cx="1577975" cy="720725"/>
          </a:xfrm>
          <a:prstGeom prst="rect">
            <a:avLst/>
          </a:prstGeom>
          <a:solidFill>
            <a:srgbClr val="C0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r>
              <a:rPr lang="en-US" altLang="zh-CN" sz="20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fork();</a:t>
            </a:r>
            <a:endParaRPr lang="zh-CN" altLang="en-US" sz="2000" b="1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678D675F-3A99-4C2E-82F3-3375E1F9B73A}"/>
              </a:ext>
            </a:extLst>
          </p:cNvPr>
          <p:cNvSpPr/>
          <p:nvPr/>
        </p:nvSpPr>
        <p:spPr>
          <a:xfrm>
            <a:off x="6443663" y="3306763"/>
            <a:ext cx="1657350" cy="720725"/>
          </a:xfrm>
          <a:prstGeom prst="rect">
            <a:avLst/>
          </a:prstGeom>
          <a:solidFill>
            <a:srgbClr val="FFC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r>
              <a:rPr lang="zh-CN" altLang="en-US" sz="2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随机生成子程序类型</a:t>
            </a:r>
            <a:r>
              <a:rPr lang="en-US" altLang="zh-CN" sz="2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endParaRPr lang="zh-CN" altLang="en-US" sz="20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菱形 2">
            <a:extLst>
              <a:ext uri="{FF2B5EF4-FFF2-40B4-BE49-F238E27FC236}">
                <a16:creationId xmlns:a16="http://schemas.microsoft.com/office/drawing/2014/main" id="{0D654C66-D1AD-40C4-8E85-60B1F722F5FC}"/>
              </a:ext>
            </a:extLst>
          </p:cNvPr>
          <p:cNvSpPr/>
          <p:nvPr/>
        </p:nvSpPr>
        <p:spPr>
          <a:xfrm>
            <a:off x="6469063" y="4248150"/>
            <a:ext cx="1619250" cy="565150"/>
          </a:xfrm>
          <a:prstGeom prst="diamond">
            <a:avLst/>
          </a:prstGeom>
          <a:solidFill>
            <a:srgbClr val="FFC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r>
              <a:rPr lang="zh-CN" altLang="en-US" sz="2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判断</a:t>
            </a:r>
            <a:r>
              <a:rPr lang="en-US" altLang="zh-CN" sz="2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endParaRPr lang="zh-CN" altLang="en-US" sz="20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7475CBF3-51A6-465F-A0A7-E8A17A7C7588}"/>
              </a:ext>
            </a:extLst>
          </p:cNvPr>
          <p:cNvSpPr/>
          <p:nvPr/>
        </p:nvSpPr>
        <p:spPr>
          <a:xfrm>
            <a:off x="5622925" y="4962525"/>
            <a:ext cx="1368425" cy="503238"/>
          </a:xfrm>
          <a:prstGeom prst="rect">
            <a:avLst/>
          </a:prstGeom>
          <a:solidFill>
            <a:srgbClr val="FFC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r>
              <a:rPr lang="en-US" altLang="zh-CN" sz="2000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Pro();</a:t>
            </a:r>
            <a:endParaRPr lang="zh-CN" altLang="en-US" sz="2000" b="1" dirty="0">
              <a:solidFill>
                <a:srgbClr val="00B05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149AEEAC-5617-46D3-8F79-AB0374DF6632}"/>
              </a:ext>
            </a:extLst>
          </p:cNvPr>
          <p:cNvSpPr/>
          <p:nvPr/>
        </p:nvSpPr>
        <p:spPr>
          <a:xfrm>
            <a:off x="7575550" y="4962525"/>
            <a:ext cx="1366838" cy="503238"/>
          </a:xfrm>
          <a:prstGeom prst="rect">
            <a:avLst/>
          </a:prstGeom>
          <a:solidFill>
            <a:srgbClr val="FFC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r>
              <a:rPr lang="en-US" altLang="zh-CN" sz="2000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Con();</a:t>
            </a:r>
            <a:endParaRPr lang="zh-CN" altLang="en-US" sz="2000" b="1" dirty="0">
              <a:solidFill>
                <a:srgbClr val="00B05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205" name="矩形 40">
            <a:extLst>
              <a:ext uri="{FF2B5EF4-FFF2-40B4-BE49-F238E27FC236}">
                <a16:creationId xmlns:a16="http://schemas.microsoft.com/office/drawing/2014/main" id="{FAAE3948-7910-4880-BD79-F650A4F607F6}"/>
              </a:ext>
            </a:extLst>
          </p:cNvPr>
          <p:cNvSpPr>
            <a:spLocks noChangeArrowheads="1"/>
          </p:cNvSpPr>
          <p:nvPr/>
        </p:nvSpPr>
        <p:spPr bwMode="auto">
          <a:xfrm>
            <a:off x="5857875" y="4156075"/>
            <a:ext cx="2873375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ts val="300"/>
              </a:spcBef>
              <a:buClr>
                <a:srgbClr val="A04DA3"/>
              </a:buClr>
              <a:buFont typeface="Georgia" panose="02040502050405020303" pitchFamily="18" charset="0"/>
              <a:buChar char="•"/>
              <a:defRPr sz="2800">
                <a:solidFill>
                  <a:schemeClr val="tx1"/>
                </a:solidFill>
                <a:latin typeface="Georgia" panose="02040502050405020303" pitchFamily="18" charset="0"/>
              </a:defRPr>
            </a:lvl1pPr>
            <a:lvl2pPr marL="742950" indent="-285750">
              <a:spcBef>
                <a:spcPts val="300"/>
              </a:spcBef>
              <a:buClr>
                <a:schemeClr val="accent2"/>
              </a:buClr>
              <a:buFont typeface="Georgia" panose="02040502050405020303" pitchFamily="18" charset="0"/>
              <a:buChar char="▫"/>
              <a:defRPr sz="2600">
                <a:solidFill>
                  <a:schemeClr val="accent2"/>
                </a:solidFill>
                <a:latin typeface="Georgia" panose="02040502050405020303" pitchFamily="18" charset="0"/>
              </a:defRPr>
            </a:lvl2pPr>
            <a:lvl3pPr marL="1143000" indent="-228600">
              <a:spcBef>
                <a:spcPts val="300"/>
              </a:spcBef>
              <a:buClr>
                <a:schemeClr val="accent1"/>
              </a:buClr>
              <a:buFont typeface="Wingdings 2" panose="05020102010507070707" pitchFamily="18" charset="2"/>
              <a:buChar char=""/>
              <a:defRPr sz="2400">
                <a:solidFill>
                  <a:schemeClr val="accent1"/>
                </a:solidFill>
                <a:latin typeface="Georgia" panose="02040502050405020303" pitchFamily="18" charset="0"/>
              </a:defRPr>
            </a:lvl3pPr>
            <a:lvl4pPr marL="1600200" indent="-228600">
              <a:spcBef>
                <a:spcPts val="300"/>
              </a:spcBef>
              <a:buClr>
                <a:schemeClr val="accent1"/>
              </a:buClr>
              <a:buFont typeface="Wingdings 2" panose="05020102010507070707" pitchFamily="18" charset="2"/>
              <a:buChar char=""/>
              <a:defRPr sz="2200">
                <a:solidFill>
                  <a:schemeClr val="accent1"/>
                </a:solidFill>
                <a:latin typeface="Georgia" panose="02040502050405020303" pitchFamily="18" charset="0"/>
              </a:defRPr>
            </a:lvl4pPr>
            <a:lvl5pPr marL="2057400" indent="-228600">
              <a:spcBef>
                <a:spcPts val="300"/>
              </a:spcBef>
              <a:buClr>
                <a:srgbClr val="A04DA3"/>
              </a:buClr>
              <a:buFont typeface="Georgia" panose="02040502050405020303" pitchFamily="18" charset="0"/>
              <a:buChar char="▫"/>
              <a:defRPr sz="2000">
                <a:solidFill>
                  <a:srgbClr val="A04DA3"/>
                </a:solidFill>
                <a:latin typeface="Georgia" panose="02040502050405020303" pitchFamily="18" charset="0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rgbClr val="A04DA3"/>
              </a:buClr>
              <a:buFont typeface="Georgia" panose="02040502050405020303" pitchFamily="18" charset="0"/>
              <a:buChar char="▫"/>
              <a:defRPr sz="2000">
                <a:solidFill>
                  <a:srgbClr val="A04DA3"/>
                </a:solidFill>
                <a:latin typeface="Georgia" panose="02040502050405020303" pitchFamily="18" charset="0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rgbClr val="A04DA3"/>
              </a:buClr>
              <a:buFont typeface="Georgia" panose="02040502050405020303" pitchFamily="18" charset="0"/>
              <a:buChar char="▫"/>
              <a:defRPr sz="2000">
                <a:solidFill>
                  <a:srgbClr val="A04DA3"/>
                </a:solidFill>
                <a:latin typeface="Georgia" panose="02040502050405020303" pitchFamily="18" charset="0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rgbClr val="A04DA3"/>
              </a:buClr>
              <a:buFont typeface="Georgia" panose="02040502050405020303" pitchFamily="18" charset="0"/>
              <a:buChar char="▫"/>
              <a:defRPr sz="2000">
                <a:solidFill>
                  <a:srgbClr val="A04DA3"/>
                </a:solidFill>
                <a:latin typeface="Georgia" panose="02040502050405020303" pitchFamily="18" charset="0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rgbClr val="A04DA3"/>
              </a:buClr>
              <a:buFont typeface="Georgia" panose="02040502050405020303" pitchFamily="18" charset="0"/>
              <a:buChar char="▫"/>
              <a:defRPr sz="2000">
                <a:solidFill>
                  <a:srgbClr val="A04DA3"/>
                </a:solidFill>
                <a:latin typeface="Georgia" panose="02040502050405020303" pitchFamily="18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2000" b="1">
                <a:latin typeface="Times New Roman" panose="02020603050405020304" pitchFamily="18" charset="0"/>
                <a:cs typeface="Times New Roman" panose="02020603050405020304" pitchFamily="18" charset="0"/>
              </a:rPr>
              <a:t>t = P                          t = C</a:t>
            </a:r>
          </a:p>
        </p:txBody>
      </p:sp>
      <p:sp>
        <p:nvSpPr>
          <p:cNvPr id="53" name="矩形 52">
            <a:extLst>
              <a:ext uri="{FF2B5EF4-FFF2-40B4-BE49-F238E27FC236}">
                <a16:creationId xmlns:a16="http://schemas.microsoft.com/office/drawing/2014/main" id="{EFCAF9DB-697A-427A-9A40-24DF72F42E84}"/>
              </a:ext>
            </a:extLst>
          </p:cNvPr>
          <p:cNvSpPr/>
          <p:nvPr/>
        </p:nvSpPr>
        <p:spPr>
          <a:xfrm>
            <a:off x="827088" y="4495800"/>
            <a:ext cx="1655762" cy="720725"/>
          </a:xfrm>
          <a:prstGeom prst="rect">
            <a:avLst/>
          </a:prstGeom>
          <a:solidFill>
            <a:srgbClr val="C0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r>
              <a:rPr lang="zh-CN" alt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休眠</a:t>
            </a:r>
            <a:br>
              <a:rPr lang="en-US" altLang="zh-C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zh-CN" alt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（随机时间）</a:t>
            </a:r>
          </a:p>
        </p:txBody>
      </p:sp>
      <p:sp>
        <p:nvSpPr>
          <p:cNvPr id="29" name="菱形 28">
            <a:extLst>
              <a:ext uri="{FF2B5EF4-FFF2-40B4-BE49-F238E27FC236}">
                <a16:creationId xmlns:a16="http://schemas.microsoft.com/office/drawing/2014/main" id="{00519593-100B-4F1D-ABF7-FD15D8CBFF88}"/>
              </a:ext>
            </a:extLst>
          </p:cNvPr>
          <p:cNvSpPr/>
          <p:nvPr/>
        </p:nvSpPr>
        <p:spPr>
          <a:xfrm>
            <a:off x="2079625" y="5624513"/>
            <a:ext cx="3028950" cy="865187"/>
          </a:xfrm>
          <a:prstGeom prst="diamond">
            <a:avLst/>
          </a:prstGeom>
          <a:solidFill>
            <a:srgbClr val="C0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r>
              <a:rPr lang="zh-CN" alt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还是主进程？</a:t>
            </a:r>
          </a:p>
        </p:txBody>
      </p:sp>
      <p:cxnSp>
        <p:nvCxnSpPr>
          <p:cNvPr id="21" name="直接箭头连接符 20">
            <a:extLst>
              <a:ext uri="{FF2B5EF4-FFF2-40B4-BE49-F238E27FC236}">
                <a16:creationId xmlns:a16="http://schemas.microsoft.com/office/drawing/2014/main" id="{F83AFA49-591F-4DD1-A70C-EC94CA1D45C0}"/>
              </a:ext>
            </a:extLst>
          </p:cNvPr>
          <p:cNvCxnSpPr>
            <a:cxnSpLocks/>
            <a:stCxn id="8" idx="2"/>
            <a:endCxn id="29" idx="0"/>
          </p:cNvCxnSpPr>
          <p:nvPr/>
        </p:nvCxnSpPr>
        <p:spPr>
          <a:xfrm flipH="1">
            <a:off x="3594100" y="5214938"/>
            <a:ext cx="0" cy="409575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7" name="直接箭头连接符 36">
            <a:extLst>
              <a:ext uri="{FF2B5EF4-FFF2-40B4-BE49-F238E27FC236}">
                <a16:creationId xmlns:a16="http://schemas.microsoft.com/office/drawing/2014/main" id="{9380E672-5087-4090-8206-D34F646E67E7}"/>
              </a:ext>
            </a:extLst>
          </p:cNvPr>
          <p:cNvCxnSpPr>
            <a:cxnSpLocks/>
            <a:stCxn id="2" idx="2"/>
            <a:endCxn id="8" idx="0"/>
          </p:cNvCxnSpPr>
          <p:nvPr/>
        </p:nvCxnSpPr>
        <p:spPr>
          <a:xfrm>
            <a:off x="3594100" y="4025900"/>
            <a:ext cx="0" cy="468313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1" name="连接符: 肘形 40">
            <a:extLst>
              <a:ext uri="{FF2B5EF4-FFF2-40B4-BE49-F238E27FC236}">
                <a16:creationId xmlns:a16="http://schemas.microsoft.com/office/drawing/2014/main" id="{ABEFE7F7-524E-40D5-B0F2-5CFA9653F59C}"/>
              </a:ext>
            </a:extLst>
          </p:cNvPr>
          <p:cNvCxnSpPr>
            <a:stCxn id="29" idx="3"/>
            <a:endCxn id="9" idx="1"/>
          </p:cNvCxnSpPr>
          <p:nvPr/>
        </p:nvCxnSpPr>
        <p:spPr>
          <a:xfrm flipV="1">
            <a:off x="5108575" y="3667125"/>
            <a:ext cx="1335088" cy="2390775"/>
          </a:xfrm>
          <a:prstGeom prst="bentConnector3">
            <a:avLst>
              <a:gd name="adj1" fmla="val 19993"/>
            </a:avLst>
          </a:prstGeom>
          <a:ln w="381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4" name="直接箭头连接符 43">
            <a:extLst>
              <a:ext uri="{FF2B5EF4-FFF2-40B4-BE49-F238E27FC236}">
                <a16:creationId xmlns:a16="http://schemas.microsoft.com/office/drawing/2014/main" id="{FDB0B906-2D66-461A-817E-A1BCF803DA10}"/>
              </a:ext>
            </a:extLst>
          </p:cNvPr>
          <p:cNvCxnSpPr>
            <a:cxnSpLocks/>
            <a:stCxn id="9" idx="2"/>
            <a:endCxn id="3" idx="0"/>
          </p:cNvCxnSpPr>
          <p:nvPr/>
        </p:nvCxnSpPr>
        <p:spPr>
          <a:xfrm>
            <a:off x="7272338" y="4027488"/>
            <a:ext cx="6350" cy="220662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4" name="连接符: 肘形 53">
            <a:extLst>
              <a:ext uri="{FF2B5EF4-FFF2-40B4-BE49-F238E27FC236}">
                <a16:creationId xmlns:a16="http://schemas.microsoft.com/office/drawing/2014/main" id="{B9E2C915-307F-4447-9036-B8334EF2002B}"/>
              </a:ext>
            </a:extLst>
          </p:cNvPr>
          <p:cNvCxnSpPr>
            <a:stCxn id="29" idx="1"/>
            <a:endCxn id="53" idx="2"/>
          </p:cNvCxnSpPr>
          <p:nvPr/>
        </p:nvCxnSpPr>
        <p:spPr>
          <a:xfrm rot="10800000">
            <a:off x="1655763" y="5216525"/>
            <a:ext cx="423862" cy="841375"/>
          </a:xfrm>
          <a:prstGeom prst="bentConnector2">
            <a:avLst/>
          </a:prstGeom>
          <a:ln w="381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6" name="直接箭头连接符 55">
            <a:extLst>
              <a:ext uri="{FF2B5EF4-FFF2-40B4-BE49-F238E27FC236}">
                <a16:creationId xmlns:a16="http://schemas.microsoft.com/office/drawing/2014/main" id="{57BA71D1-C00A-4E68-A81B-F3CED632BC3D}"/>
              </a:ext>
            </a:extLst>
          </p:cNvPr>
          <p:cNvCxnSpPr>
            <a:cxnSpLocks/>
            <a:stCxn id="53" idx="3"/>
            <a:endCxn id="8" idx="1"/>
          </p:cNvCxnSpPr>
          <p:nvPr/>
        </p:nvCxnSpPr>
        <p:spPr>
          <a:xfrm flipV="1">
            <a:off x="2482850" y="4854575"/>
            <a:ext cx="322263" cy="1588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162" name="连接符: 肘形 6161">
            <a:extLst>
              <a:ext uri="{FF2B5EF4-FFF2-40B4-BE49-F238E27FC236}">
                <a16:creationId xmlns:a16="http://schemas.microsoft.com/office/drawing/2014/main" id="{1C94763F-DC10-43A2-946F-AC8A949CCE11}"/>
              </a:ext>
            </a:extLst>
          </p:cNvPr>
          <p:cNvCxnSpPr>
            <a:stCxn id="3" idx="1"/>
            <a:endCxn id="4" idx="0"/>
          </p:cNvCxnSpPr>
          <p:nvPr/>
        </p:nvCxnSpPr>
        <p:spPr>
          <a:xfrm rot="10800000" flipV="1">
            <a:off x="6307138" y="4530725"/>
            <a:ext cx="161925" cy="431800"/>
          </a:xfrm>
          <a:prstGeom prst="bentConnector2">
            <a:avLst/>
          </a:prstGeom>
          <a:ln w="381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166" name="连接符: 肘形 6165">
            <a:extLst>
              <a:ext uri="{FF2B5EF4-FFF2-40B4-BE49-F238E27FC236}">
                <a16:creationId xmlns:a16="http://schemas.microsoft.com/office/drawing/2014/main" id="{DB83FEE2-ADD8-4931-A71C-042257EE282B}"/>
              </a:ext>
            </a:extLst>
          </p:cNvPr>
          <p:cNvCxnSpPr>
            <a:stCxn id="3" idx="3"/>
            <a:endCxn id="12" idx="0"/>
          </p:cNvCxnSpPr>
          <p:nvPr/>
        </p:nvCxnSpPr>
        <p:spPr>
          <a:xfrm>
            <a:off x="8088313" y="4530725"/>
            <a:ext cx="169862" cy="431800"/>
          </a:xfrm>
          <a:prstGeom prst="bentConnector2">
            <a:avLst/>
          </a:prstGeom>
          <a:ln w="381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6167" name="椭圆 6166">
            <a:extLst>
              <a:ext uri="{FF2B5EF4-FFF2-40B4-BE49-F238E27FC236}">
                <a16:creationId xmlns:a16="http://schemas.microsoft.com/office/drawing/2014/main" id="{AFED5AE1-00B7-4E66-A463-20E3E6AC2A2D}"/>
              </a:ext>
            </a:extLst>
          </p:cNvPr>
          <p:cNvSpPr/>
          <p:nvPr/>
        </p:nvSpPr>
        <p:spPr>
          <a:xfrm>
            <a:off x="6707188" y="5822950"/>
            <a:ext cx="1173162" cy="461963"/>
          </a:xfrm>
          <a:prstGeom prst="ellipse">
            <a:avLst/>
          </a:prstGeom>
          <a:solidFill>
            <a:srgbClr val="FFC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r>
              <a:rPr lang="en-US" altLang="zh-CN" sz="2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End</a:t>
            </a:r>
            <a:endParaRPr lang="zh-CN" altLang="en-US" sz="20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6169" name="连接符: 肘形 6168">
            <a:extLst>
              <a:ext uri="{FF2B5EF4-FFF2-40B4-BE49-F238E27FC236}">
                <a16:creationId xmlns:a16="http://schemas.microsoft.com/office/drawing/2014/main" id="{D3EFF0C9-8F70-43B8-8BAC-BE70C16E3396}"/>
              </a:ext>
            </a:extLst>
          </p:cNvPr>
          <p:cNvCxnSpPr>
            <a:stCxn id="4" idx="2"/>
            <a:endCxn id="6167" idx="2"/>
          </p:cNvCxnSpPr>
          <p:nvPr/>
        </p:nvCxnSpPr>
        <p:spPr>
          <a:xfrm rot="16200000" flipH="1">
            <a:off x="6213475" y="5559426"/>
            <a:ext cx="587375" cy="400050"/>
          </a:xfrm>
          <a:prstGeom prst="bentConnector2">
            <a:avLst/>
          </a:prstGeom>
          <a:ln w="381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171" name="连接符: 肘形 6170">
            <a:extLst>
              <a:ext uri="{FF2B5EF4-FFF2-40B4-BE49-F238E27FC236}">
                <a16:creationId xmlns:a16="http://schemas.microsoft.com/office/drawing/2014/main" id="{52CB0BF5-31FE-46B9-8B21-15A6DA10BAC3}"/>
              </a:ext>
            </a:extLst>
          </p:cNvPr>
          <p:cNvCxnSpPr>
            <a:stCxn id="12" idx="2"/>
            <a:endCxn id="6167" idx="6"/>
          </p:cNvCxnSpPr>
          <p:nvPr/>
        </p:nvCxnSpPr>
        <p:spPr>
          <a:xfrm rot="5400000">
            <a:off x="7775575" y="5570538"/>
            <a:ext cx="587375" cy="377825"/>
          </a:xfrm>
          <a:prstGeom prst="bentConnector2">
            <a:avLst/>
          </a:prstGeom>
          <a:ln w="381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8219" name="矩形 40">
            <a:extLst>
              <a:ext uri="{FF2B5EF4-FFF2-40B4-BE49-F238E27FC236}">
                <a16:creationId xmlns:a16="http://schemas.microsoft.com/office/drawing/2014/main" id="{DB4E0BC5-5164-415F-B610-883F8E33A91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90700" y="5621338"/>
            <a:ext cx="3644900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ts val="300"/>
              </a:spcBef>
              <a:buClr>
                <a:srgbClr val="A04DA3"/>
              </a:buClr>
              <a:buFont typeface="Georgia" panose="02040502050405020303" pitchFamily="18" charset="0"/>
              <a:buChar char="•"/>
              <a:defRPr sz="2800">
                <a:solidFill>
                  <a:schemeClr val="tx1"/>
                </a:solidFill>
                <a:latin typeface="Georgia" panose="02040502050405020303" pitchFamily="18" charset="0"/>
              </a:defRPr>
            </a:lvl1pPr>
            <a:lvl2pPr marL="742950" indent="-285750">
              <a:spcBef>
                <a:spcPts val="300"/>
              </a:spcBef>
              <a:buClr>
                <a:schemeClr val="accent2"/>
              </a:buClr>
              <a:buFont typeface="Georgia" panose="02040502050405020303" pitchFamily="18" charset="0"/>
              <a:buChar char="▫"/>
              <a:defRPr sz="2600">
                <a:solidFill>
                  <a:schemeClr val="accent2"/>
                </a:solidFill>
                <a:latin typeface="Georgia" panose="02040502050405020303" pitchFamily="18" charset="0"/>
              </a:defRPr>
            </a:lvl2pPr>
            <a:lvl3pPr marL="1143000" indent="-228600">
              <a:spcBef>
                <a:spcPts val="300"/>
              </a:spcBef>
              <a:buClr>
                <a:schemeClr val="accent1"/>
              </a:buClr>
              <a:buFont typeface="Wingdings 2" panose="05020102010507070707" pitchFamily="18" charset="2"/>
              <a:buChar char=""/>
              <a:defRPr sz="2400">
                <a:solidFill>
                  <a:schemeClr val="accent1"/>
                </a:solidFill>
                <a:latin typeface="Georgia" panose="02040502050405020303" pitchFamily="18" charset="0"/>
              </a:defRPr>
            </a:lvl3pPr>
            <a:lvl4pPr marL="1600200" indent="-228600">
              <a:spcBef>
                <a:spcPts val="300"/>
              </a:spcBef>
              <a:buClr>
                <a:schemeClr val="accent1"/>
              </a:buClr>
              <a:buFont typeface="Wingdings 2" panose="05020102010507070707" pitchFamily="18" charset="2"/>
              <a:buChar char=""/>
              <a:defRPr sz="2200">
                <a:solidFill>
                  <a:schemeClr val="accent1"/>
                </a:solidFill>
                <a:latin typeface="Georgia" panose="02040502050405020303" pitchFamily="18" charset="0"/>
              </a:defRPr>
            </a:lvl4pPr>
            <a:lvl5pPr marL="2057400" indent="-228600">
              <a:spcBef>
                <a:spcPts val="300"/>
              </a:spcBef>
              <a:buClr>
                <a:srgbClr val="A04DA3"/>
              </a:buClr>
              <a:buFont typeface="Georgia" panose="02040502050405020303" pitchFamily="18" charset="0"/>
              <a:buChar char="▫"/>
              <a:defRPr sz="2000">
                <a:solidFill>
                  <a:srgbClr val="A04DA3"/>
                </a:solidFill>
                <a:latin typeface="Georgia" panose="02040502050405020303" pitchFamily="18" charset="0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rgbClr val="A04DA3"/>
              </a:buClr>
              <a:buFont typeface="Georgia" panose="02040502050405020303" pitchFamily="18" charset="0"/>
              <a:buChar char="▫"/>
              <a:defRPr sz="2000">
                <a:solidFill>
                  <a:srgbClr val="A04DA3"/>
                </a:solidFill>
                <a:latin typeface="Georgia" panose="02040502050405020303" pitchFamily="18" charset="0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rgbClr val="A04DA3"/>
              </a:buClr>
              <a:buFont typeface="Georgia" panose="02040502050405020303" pitchFamily="18" charset="0"/>
              <a:buChar char="▫"/>
              <a:defRPr sz="2000">
                <a:solidFill>
                  <a:srgbClr val="A04DA3"/>
                </a:solidFill>
                <a:latin typeface="Georgia" panose="02040502050405020303" pitchFamily="18" charset="0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rgbClr val="A04DA3"/>
              </a:buClr>
              <a:buFont typeface="Georgia" panose="02040502050405020303" pitchFamily="18" charset="0"/>
              <a:buChar char="▫"/>
              <a:defRPr sz="2000">
                <a:solidFill>
                  <a:srgbClr val="A04DA3"/>
                </a:solidFill>
                <a:latin typeface="Georgia" panose="02040502050405020303" pitchFamily="18" charset="0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rgbClr val="A04DA3"/>
              </a:buClr>
              <a:buFont typeface="Georgia" panose="02040502050405020303" pitchFamily="18" charset="0"/>
              <a:buChar char="▫"/>
              <a:defRPr sz="2000">
                <a:solidFill>
                  <a:srgbClr val="A04DA3"/>
                </a:solidFill>
                <a:latin typeface="Georgia" panose="02040502050405020303" pitchFamily="18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2000" b="1">
                <a:latin typeface="Times New Roman" panose="02020603050405020304" pitchFamily="18" charset="0"/>
                <a:cs typeface="Times New Roman" panose="02020603050405020304" pitchFamily="18" charset="0"/>
              </a:rPr>
              <a:t>Y                                              N     </a:t>
            </a:r>
          </a:p>
        </p:txBody>
      </p:sp>
    </p:spTree>
  </p:cSld>
  <p:clrMapOvr>
    <a:masterClrMapping/>
  </p:clrMapOvr>
  <p:transition>
    <p:random/>
    <p:sndAc>
      <p:stSnd>
        <p:snd r:embed="rId3" name="projctor.wav"/>
      </p:stSnd>
    </p:sndAc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灯片编号占位符 6"/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1440" tIns="45720" rIns="91440" bIns="45720" numCol="1" anchorCtr="0" compatLnSpc="1">
            <a:prstTxWarp prst="textNoShape">
              <a:avLst/>
            </a:prstTxWarp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华文新魏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华文新魏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华文新魏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华文新魏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华文新魏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华文新魏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华文新魏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华文新魏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华文新魏" pitchFamily="2" charset="-122"/>
              </a:defRPr>
            </a:lvl9pPr>
          </a:lstStyle>
          <a:p>
            <a:pPr eaLnBrk="1" hangingPunct="1"/>
            <a:fld id="{9E302C36-8A92-488F-A9C8-AB6550502BE3}" type="slidenum">
              <a:rPr kumimoji="0" lang="zh-CN" altLang="en-US" sz="1800" smtClean="0">
                <a:solidFill>
                  <a:srgbClr val="FFFFFF"/>
                </a:solidFill>
              </a:rPr>
              <a:pPr eaLnBrk="1" hangingPunct="1"/>
              <a:t>12</a:t>
            </a:fld>
            <a:endParaRPr kumimoji="0" lang="en-US" altLang="zh-CN" sz="1800">
              <a:solidFill>
                <a:srgbClr val="FFFFFF"/>
              </a:solidFill>
            </a:endParaRPr>
          </a:p>
        </p:txBody>
      </p:sp>
      <p:sp>
        <p:nvSpPr>
          <p:cNvPr id="552962" name="Rectangle 2"/>
          <p:cNvSpPr>
            <a:spLocks noGrp="1" noChangeArrowheads="1"/>
          </p:cNvSpPr>
          <p:nvPr>
            <p:ph type="title"/>
          </p:nvPr>
        </p:nvSpPr>
        <p:spPr>
          <a:xfrm>
            <a:off x="685800" y="511175"/>
            <a:ext cx="8062913" cy="541338"/>
          </a:xfrm>
          <a:extLst>
            <a:ext uri="{91240B29-F687-4F45-9708-019B960494DF}">
              <a14:hiddenLine xmlns:a14="http://schemas.microsoft.com/office/drawing/2010/main" w="9525" cap="flat" cmpd="sng">
                <a:solidFill>
                  <a:schemeClr val="tx1"/>
                </a:solidFill>
                <a:prstDash val="solid"/>
                <a:miter lim="800000"/>
                <a:headEnd/>
                <a:tailEnd/>
              </a14:hiddenLine>
            </a:ext>
          </a:extLst>
        </p:spPr>
        <p:txBody>
          <a:bodyPr lIns="97332" tIns="48667" rIns="97332" bIns="48667" anchor="t">
            <a:spAutoFit/>
          </a:bodyPr>
          <a:lstStyle/>
          <a:p>
            <a:pPr defTabSz="966788" eaLnBrk="1" hangingPunct="1">
              <a:lnSpc>
                <a:spcPct val="90000"/>
              </a:lnSpc>
              <a:defRPr/>
            </a:pPr>
            <a:r>
              <a:rPr lang="zh-CN" altLang="en-US" sz="3200" b="1" dirty="0">
                <a:solidFill>
                  <a:prstClr val="black">
                    <a:lumMod val="85000"/>
                    <a:lumOff val="15000"/>
                  </a:prstClr>
                </a:solidFill>
                <a:latin typeface="华文新魏" pitchFamily="2" charset="-122"/>
                <a:ea typeface="华文新魏" pitchFamily="2" charset="-122"/>
              </a:rPr>
              <a:t>实验</a:t>
            </a:r>
            <a:r>
              <a:rPr lang="en-US" altLang="zh-CN" sz="3200" b="1" dirty="0">
                <a:solidFill>
                  <a:prstClr val="black">
                    <a:lumMod val="85000"/>
                    <a:lumOff val="15000"/>
                  </a:prstClr>
                </a:solidFill>
                <a:latin typeface="华文新魏" pitchFamily="2" charset="-122"/>
                <a:ea typeface="华文新魏" pitchFamily="2" charset="-122"/>
              </a:rPr>
              <a:t>3</a:t>
            </a:r>
            <a:r>
              <a:rPr lang="zh-CN" altLang="en-US" sz="3200" b="1" dirty="0">
                <a:solidFill>
                  <a:prstClr val="black">
                    <a:lumMod val="85000"/>
                    <a:lumOff val="15000"/>
                  </a:prstClr>
                </a:solidFill>
                <a:latin typeface="华文新魏" pitchFamily="2" charset="-122"/>
                <a:ea typeface="华文新魏" pitchFamily="2" charset="-122"/>
              </a:rPr>
              <a:t> 复杂</a:t>
            </a:r>
            <a:r>
              <a:rPr lang="en-US" altLang="zh-CN" sz="3200" b="1" dirty="0">
                <a:solidFill>
                  <a:prstClr val="black">
                    <a:lumMod val="85000"/>
                    <a:lumOff val="15000"/>
                  </a:prstClr>
                </a:solidFill>
                <a:latin typeface="华文新魏" pitchFamily="2" charset="-122"/>
                <a:ea typeface="华文新魏" pitchFamily="2" charset="-122"/>
              </a:rPr>
              <a:t>PC</a:t>
            </a:r>
            <a:r>
              <a:rPr lang="zh-CN" altLang="en-US" sz="3200" b="1" dirty="0">
                <a:solidFill>
                  <a:prstClr val="black">
                    <a:lumMod val="85000"/>
                    <a:lumOff val="15000"/>
                  </a:prstClr>
                </a:solidFill>
                <a:latin typeface="华文新魏" pitchFamily="2" charset="-122"/>
                <a:ea typeface="华文新魏" pitchFamily="2" charset="-122"/>
              </a:rPr>
              <a:t>问题</a:t>
            </a:r>
            <a:r>
              <a:rPr lang="en-US" altLang="zh-CN" sz="3200" b="1" dirty="0">
                <a:solidFill>
                  <a:prstClr val="black">
                    <a:lumMod val="85000"/>
                    <a:lumOff val="15000"/>
                  </a:prstClr>
                </a:solidFill>
                <a:latin typeface="华文新魏" pitchFamily="2" charset="-122"/>
                <a:ea typeface="华文新魏" pitchFamily="2" charset="-122"/>
              </a:rPr>
              <a:t>——</a:t>
            </a:r>
            <a:r>
              <a:rPr lang="zh-CN" altLang="en-US" sz="3200" b="1" dirty="0">
                <a:solidFill>
                  <a:prstClr val="black">
                    <a:lumMod val="85000"/>
                    <a:lumOff val="15000"/>
                  </a:prstClr>
                </a:solidFill>
                <a:latin typeface="华文新魏" pitchFamily="2" charset="-122"/>
                <a:ea typeface="华文新魏" pitchFamily="2" charset="-122"/>
              </a:rPr>
              <a:t>信号量与共享存储区</a:t>
            </a:r>
            <a:endParaRPr lang="zh-CN" altLang="en-US" sz="4800" b="1" dirty="0">
              <a:solidFill>
                <a:schemeClr val="tx1">
                  <a:lumMod val="85000"/>
                  <a:lumOff val="15000"/>
                </a:schemeClr>
              </a:solidFill>
              <a:latin typeface="Times New Roman" pitchFamily="18" charset="0"/>
              <a:ea typeface="华文新魏" pitchFamily="2" charset="-122"/>
            </a:endParaRPr>
          </a:p>
        </p:txBody>
      </p:sp>
      <p:sp>
        <p:nvSpPr>
          <p:cNvPr id="552963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755650" y="1557338"/>
            <a:ext cx="7848600" cy="4608512"/>
          </a:xfrm>
          <a:extLst>
            <a:ext uri="{91240B29-F687-4F45-9708-019B960494DF}">
              <a14:hiddenLine xmlns:a14="http://schemas.microsoft.com/office/drawing/2010/main" w="9525" cap="flat" cmpd="sng">
                <a:solidFill>
                  <a:schemeClr val="tx1"/>
                </a:solidFill>
                <a:prstDash val="solid"/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marL="457200" indent="-457200" algn="just" eaLnBrk="1" hangingPunct="1">
              <a:lnSpc>
                <a:spcPts val="5400"/>
              </a:lnSpc>
              <a:spcBef>
                <a:spcPct val="30000"/>
              </a:spcBef>
              <a:buClr>
                <a:schemeClr val="tx2"/>
              </a:buClr>
              <a:buSzPct val="75000"/>
              <a:buFont typeface="Wingdings" pitchFamily="2" charset="2"/>
              <a:buNone/>
              <a:defRPr/>
            </a:pPr>
            <a:r>
              <a:rPr lang="zh-CN" altLang="en-US" sz="2400" b="1" dirty="0">
                <a:effectLst>
                  <a:outerShdw blurRad="38100" dist="38100" dir="2700000" algn="tl">
                    <a:srgbClr val="000000"/>
                  </a:outerShdw>
                </a:effectLst>
                <a:latin typeface="宋体" pitchFamily="2" charset="-122"/>
              </a:rPr>
              <a:t>三、</a:t>
            </a:r>
            <a:r>
              <a:rPr lang="zh-CN" altLang="en-US" sz="2200" b="1" dirty="0">
                <a:effectLst>
                  <a:outerShdw blurRad="38100" dist="38100" dir="2700000" algn="tl">
                    <a:srgbClr val="000000"/>
                  </a:outerShdw>
                </a:effectLst>
                <a:latin typeface="宋体" pitchFamily="2" charset="-122"/>
              </a:rPr>
              <a:t>实验内容</a:t>
            </a:r>
            <a:endParaRPr lang="zh-CN" altLang="en-US" sz="2200" b="1" dirty="0">
              <a:effectLst>
                <a:outerShdw blurRad="38100" dist="38100" dir="2700000" algn="tl">
                  <a:srgbClr val="000000"/>
                </a:outerShdw>
              </a:effectLst>
              <a:latin typeface="宋体" pitchFamily="2" charset="-122"/>
              <a:cs typeface="Courier New" pitchFamily="49" charset="0"/>
            </a:endParaRPr>
          </a:p>
          <a:p>
            <a:pPr marL="457200" indent="-457200" algn="just" eaLnBrk="1" hangingPunct="1">
              <a:lnSpc>
                <a:spcPts val="5400"/>
              </a:lnSpc>
              <a:spcBef>
                <a:spcPct val="30000"/>
              </a:spcBef>
              <a:buClr>
                <a:schemeClr val="tx1"/>
              </a:buClr>
              <a:buSzPct val="100000"/>
              <a:buFont typeface="Wingdings" pitchFamily="2" charset="2"/>
              <a:buAutoNum type="arabicPeriod"/>
              <a:defRPr/>
            </a:pPr>
            <a:r>
              <a:rPr lang="zh-CN" altLang="en-US" sz="2200" b="1" dirty="0">
                <a:effectLst>
                  <a:outerShdw blurRad="38100" dist="38100" dir="2700000" algn="tl">
                    <a:srgbClr val="000000"/>
                  </a:outerShdw>
                </a:effectLst>
                <a:latin typeface="宋体" pitchFamily="2" charset="-122"/>
              </a:rPr>
              <a:t>编写程序，构建父进程（左图）与子进程（右图）框架</a:t>
            </a:r>
            <a:endParaRPr lang="en-US" altLang="zh-CN" sz="2200" b="1" dirty="0">
              <a:effectLst>
                <a:outerShdw blurRad="38100" dist="38100" dir="2700000" algn="tl">
                  <a:srgbClr val="000000"/>
                </a:outerShdw>
              </a:effectLst>
              <a:latin typeface="宋体" pitchFamily="2" charset="-122"/>
            </a:endParaRPr>
          </a:p>
        </p:txBody>
      </p:sp>
      <p:sp>
        <p:nvSpPr>
          <p:cNvPr id="6149" name="Line 4"/>
          <p:cNvSpPr>
            <a:spLocks noChangeShapeType="1"/>
          </p:cNvSpPr>
          <p:nvPr/>
        </p:nvSpPr>
        <p:spPr bwMode="auto">
          <a:xfrm>
            <a:off x="0" y="1143000"/>
            <a:ext cx="9144000" cy="0"/>
          </a:xfrm>
          <a:prstGeom prst="line">
            <a:avLst/>
          </a:prstGeom>
          <a:noFill/>
          <a:ln w="38100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6150" name="Line 5"/>
          <p:cNvSpPr>
            <a:spLocks noChangeShapeType="1"/>
          </p:cNvSpPr>
          <p:nvPr/>
        </p:nvSpPr>
        <p:spPr bwMode="auto">
          <a:xfrm>
            <a:off x="533400" y="0"/>
            <a:ext cx="0" cy="6858000"/>
          </a:xfrm>
          <a:prstGeom prst="line">
            <a:avLst/>
          </a:prstGeom>
          <a:noFill/>
          <a:ln w="38100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2" name="矩形 1"/>
          <p:cNvSpPr/>
          <p:nvPr/>
        </p:nvSpPr>
        <p:spPr>
          <a:xfrm>
            <a:off x="1258888" y="3357563"/>
            <a:ext cx="2160587" cy="71913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zh-CN" altLang="en-US" sz="2000" b="1" dirty="0"/>
              <a:t>程序初始化</a:t>
            </a:r>
            <a:endParaRPr lang="en-US" altLang="zh-CN" sz="2000" b="1" dirty="0"/>
          </a:p>
          <a:p>
            <a:pPr algn="ctr">
              <a:defRPr/>
            </a:pPr>
            <a:r>
              <a:rPr lang="en-US" altLang="zh-CN" sz="2000" b="1" dirty="0" err="1"/>
              <a:t>init</a:t>
            </a:r>
            <a:r>
              <a:rPr lang="en-US" altLang="zh-CN" sz="2000" b="1" dirty="0"/>
              <a:t>();</a:t>
            </a:r>
            <a:endParaRPr lang="zh-CN" altLang="en-US" sz="2000" b="1" dirty="0"/>
          </a:p>
        </p:txBody>
      </p:sp>
      <p:sp>
        <p:nvSpPr>
          <p:cNvPr id="8" name="矩形 7"/>
          <p:cNvSpPr/>
          <p:nvPr/>
        </p:nvSpPr>
        <p:spPr>
          <a:xfrm>
            <a:off x="1258888" y="4508500"/>
            <a:ext cx="2160587" cy="72072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zh-CN" altLang="en-US" sz="2000" b="1" dirty="0"/>
              <a:t>创建子进程</a:t>
            </a:r>
          </a:p>
        </p:txBody>
      </p:sp>
      <p:sp>
        <p:nvSpPr>
          <p:cNvPr id="9" name="矩形 8"/>
          <p:cNvSpPr/>
          <p:nvPr/>
        </p:nvSpPr>
        <p:spPr>
          <a:xfrm>
            <a:off x="5651500" y="3429000"/>
            <a:ext cx="1657350" cy="72072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zh-CN" altLang="en-US" sz="2000" b="1" dirty="0"/>
              <a:t>随机生成子程序类型</a:t>
            </a:r>
            <a:r>
              <a:rPr lang="en-US" altLang="zh-CN" sz="2000" b="1" dirty="0"/>
              <a:t>t</a:t>
            </a:r>
            <a:endParaRPr lang="zh-CN" altLang="en-US" sz="2000" b="1" dirty="0"/>
          </a:p>
        </p:txBody>
      </p:sp>
      <p:sp>
        <p:nvSpPr>
          <p:cNvPr id="3" name="菱形 2"/>
          <p:cNvSpPr/>
          <p:nvPr/>
        </p:nvSpPr>
        <p:spPr>
          <a:xfrm>
            <a:off x="5616575" y="4508500"/>
            <a:ext cx="1727200" cy="865188"/>
          </a:xfrm>
          <a:prstGeom prst="diamond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zh-CN" altLang="en-US" sz="2000" b="1" dirty="0"/>
              <a:t>判断类型</a:t>
            </a:r>
          </a:p>
        </p:txBody>
      </p:sp>
      <p:sp>
        <p:nvSpPr>
          <p:cNvPr id="4" name="矩形 3"/>
          <p:cNvSpPr/>
          <p:nvPr/>
        </p:nvSpPr>
        <p:spPr>
          <a:xfrm>
            <a:off x="4572000" y="5589588"/>
            <a:ext cx="1368425" cy="50323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altLang="zh-CN" sz="2000" b="1" dirty="0"/>
              <a:t>Pro();</a:t>
            </a:r>
            <a:endParaRPr lang="zh-CN" altLang="en-US" sz="2000" b="1" dirty="0"/>
          </a:p>
        </p:txBody>
      </p:sp>
      <p:sp>
        <p:nvSpPr>
          <p:cNvPr id="12" name="矩形 11"/>
          <p:cNvSpPr/>
          <p:nvPr/>
        </p:nvSpPr>
        <p:spPr>
          <a:xfrm>
            <a:off x="7092950" y="5589588"/>
            <a:ext cx="1366838" cy="50323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altLang="zh-CN" sz="2000" b="1" dirty="0"/>
              <a:t>Con();</a:t>
            </a:r>
            <a:endParaRPr lang="zh-CN" altLang="en-US" sz="2000" b="1" dirty="0"/>
          </a:p>
        </p:txBody>
      </p:sp>
      <p:cxnSp>
        <p:nvCxnSpPr>
          <p:cNvPr id="6" name="直接箭头连接符 5"/>
          <p:cNvCxnSpPr>
            <a:stCxn id="2" idx="2"/>
            <a:endCxn id="8" idx="0"/>
          </p:cNvCxnSpPr>
          <p:nvPr/>
        </p:nvCxnSpPr>
        <p:spPr>
          <a:xfrm>
            <a:off x="2339975" y="4076700"/>
            <a:ext cx="0" cy="431800"/>
          </a:xfrm>
          <a:prstGeom prst="straightConnector1">
            <a:avLst/>
          </a:prstGeom>
          <a:ln w="38100">
            <a:solidFill>
              <a:schemeClr val="tx1"/>
            </a:solidFill>
            <a:tailEnd type="arrow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5" name="直接箭头连接符 14"/>
          <p:cNvCxnSpPr>
            <a:stCxn id="9" idx="2"/>
            <a:endCxn id="3" idx="0"/>
          </p:cNvCxnSpPr>
          <p:nvPr/>
        </p:nvCxnSpPr>
        <p:spPr>
          <a:xfrm>
            <a:off x="6480175" y="4149725"/>
            <a:ext cx="0" cy="358775"/>
          </a:xfrm>
          <a:prstGeom prst="straightConnector1">
            <a:avLst/>
          </a:prstGeom>
          <a:ln w="38100">
            <a:solidFill>
              <a:schemeClr val="tx1"/>
            </a:solidFill>
            <a:tailEnd type="arrow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8" name="直接箭头连接符 17"/>
          <p:cNvCxnSpPr>
            <a:endCxn id="4" idx="0"/>
          </p:cNvCxnSpPr>
          <p:nvPr/>
        </p:nvCxnSpPr>
        <p:spPr>
          <a:xfrm>
            <a:off x="5256213" y="4941888"/>
            <a:ext cx="0" cy="647700"/>
          </a:xfrm>
          <a:prstGeom prst="straightConnector1">
            <a:avLst/>
          </a:prstGeom>
          <a:ln w="38100">
            <a:solidFill>
              <a:schemeClr val="tx1"/>
            </a:solidFill>
            <a:tailEnd type="arrow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9" name="直接连接符 18"/>
          <p:cNvCxnSpPr>
            <a:stCxn id="3" idx="1"/>
          </p:cNvCxnSpPr>
          <p:nvPr/>
        </p:nvCxnSpPr>
        <p:spPr>
          <a:xfrm flipH="1">
            <a:off x="5256213" y="4941888"/>
            <a:ext cx="360362" cy="0"/>
          </a:xfrm>
          <a:prstGeom prst="line">
            <a:avLst/>
          </a:prstGeom>
          <a:ln w="381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7" name="直接箭头连接符 26"/>
          <p:cNvCxnSpPr>
            <a:endCxn id="12" idx="0"/>
          </p:cNvCxnSpPr>
          <p:nvPr/>
        </p:nvCxnSpPr>
        <p:spPr>
          <a:xfrm>
            <a:off x="7775575" y="4941888"/>
            <a:ext cx="0" cy="647700"/>
          </a:xfrm>
          <a:prstGeom prst="straightConnector1">
            <a:avLst/>
          </a:prstGeom>
          <a:ln w="38100">
            <a:solidFill>
              <a:schemeClr val="tx1"/>
            </a:solidFill>
            <a:tailEnd type="arrow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8" name="直接连接符 27"/>
          <p:cNvCxnSpPr>
            <a:endCxn id="3" idx="3"/>
          </p:cNvCxnSpPr>
          <p:nvPr/>
        </p:nvCxnSpPr>
        <p:spPr>
          <a:xfrm flipH="1">
            <a:off x="7343775" y="4941888"/>
            <a:ext cx="431800" cy="0"/>
          </a:xfrm>
          <a:prstGeom prst="line">
            <a:avLst/>
          </a:prstGeom>
          <a:ln w="381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6163" name="矩形 6147"/>
          <p:cNvSpPr>
            <a:spLocks noChangeArrowheads="1"/>
          </p:cNvSpPr>
          <p:nvPr/>
        </p:nvSpPr>
        <p:spPr bwMode="auto">
          <a:xfrm>
            <a:off x="4811713" y="4508500"/>
            <a:ext cx="803275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华文新魏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华文新魏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华文新魏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华文新魏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华文新魏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华文新魏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华文新魏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华文新魏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华文新魏" pitchFamily="2" charset="-122"/>
              </a:defRPr>
            </a:lvl9pPr>
          </a:lstStyle>
          <a:p>
            <a:pPr eaLnBrk="1" hangingPunct="1"/>
            <a:r>
              <a:rPr lang="en-US" altLang="zh-CN" b="1"/>
              <a:t>t = P</a:t>
            </a:r>
            <a:endParaRPr lang="zh-CN" altLang="en-US" b="1"/>
          </a:p>
        </p:txBody>
      </p:sp>
      <p:sp>
        <p:nvSpPr>
          <p:cNvPr id="6164" name="矩形 40"/>
          <p:cNvSpPr>
            <a:spLocks noChangeArrowheads="1"/>
          </p:cNvSpPr>
          <p:nvPr/>
        </p:nvSpPr>
        <p:spPr bwMode="auto">
          <a:xfrm>
            <a:off x="7451725" y="4508500"/>
            <a:ext cx="839788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华文新魏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华文新魏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华文新魏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华文新魏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华文新魏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华文新魏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华文新魏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华文新魏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华文新魏" pitchFamily="2" charset="-122"/>
              </a:defRPr>
            </a:lvl9pPr>
          </a:lstStyle>
          <a:p>
            <a:pPr eaLnBrk="1" hangingPunct="1"/>
            <a:r>
              <a:rPr lang="en-US" altLang="zh-CN" b="1"/>
              <a:t>t = C</a:t>
            </a:r>
          </a:p>
        </p:txBody>
      </p:sp>
      <p:cxnSp>
        <p:nvCxnSpPr>
          <p:cNvPr id="42" name="直接连接符 41"/>
          <p:cNvCxnSpPr>
            <a:endCxn id="53" idx="3"/>
          </p:cNvCxnSpPr>
          <p:nvPr/>
        </p:nvCxnSpPr>
        <p:spPr>
          <a:xfrm flipH="1">
            <a:off x="3419475" y="6021388"/>
            <a:ext cx="360363" cy="0"/>
          </a:xfrm>
          <a:prstGeom prst="line">
            <a:avLst/>
          </a:prstGeom>
          <a:ln w="381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5" name="直接连接符 44"/>
          <p:cNvCxnSpPr/>
          <p:nvPr/>
        </p:nvCxnSpPr>
        <p:spPr>
          <a:xfrm>
            <a:off x="3779838" y="4257675"/>
            <a:ext cx="0" cy="1763713"/>
          </a:xfrm>
          <a:prstGeom prst="line">
            <a:avLst/>
          </a:prstGeom>
          <a:ln w="381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8" name="直接箭头连接符 47"/>
          <p:cNvCxnSpPr/>
          <p:nvPr/>
        </p:nvCxnSpPr>
        <p:spPr>
          <a:xfrm flipH="1">
            <a:off x="2339975" y="4257675"/>
            <a:ext cx="1439863" cy="0"/>
          </a:xfrm>
          <a:prstGeom prst="straightConnector1">
            <a:avLst/>
          </a:prstGeom>
          <a:ln w="38100">
            <a:solidFill>
              <a:schemeClr val="tx1"/>
            </a:solidFill>
            <a:tailEnd type="arrow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2" name="直接箭头连接符 51"/>
          <p:cNvCxnSpPr/>
          <p:nvPr/>
        </p:nvCxnSpPr>
        <p:spPr>
          <a:xfrm>
            <a:off x="2338388" y="5229225"/>
            <a:ext cx="0" cy="431800"/>
          </a:xfrm>
          <a:prstGeom prst="straightConnector1">
            <a:avLst/>
          </a:prstGeom>
          <a:ln w="38100">
            <a:solidFill>
              <a:schemeClr val="tx1"/>
            </a:solidFill>
            <a:tailEnd type="arrow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53" name="矩形 52"/>
          <p:cNvSpPr/>
          <p:nvPr/>
        </p:nvSpPr>
        <p:spPr>
          <a:xfrm>
            <a:off x="1258888" y="5661025"/>
            <a:ext cx="2160587" cy="72072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zh-CN" altLang="en-US" sz="2000" b="1" dirty="0"/>
              <a:t>休眠</a:t>
            </a:r>
            <a:br>
              <a:rPr lang="en-US" altLang="zh-CN" sz="2000" b="1" dirty="0"/>
            </a:br>
            <a:r>
              <a:rPr lang="zh-CN" altLang="en-US" sz="2000" b="1" dirty="0"/>
              <a:t>（随机时间）</a:t>
            </a:r>
          </a:p>
        </p:txBody>
      </p:sp>
    </p:spTree>
    <p:extLst>
      <p:ext uri="{BB962C8B-B14F-4D97-AF65-F5344CB8AC3E}">
        <p14:creationId xmlns:p14="http://schemas.microsoft.com/office/powerpoint/2010/main" val="3464731071"/>
      </p:ext>
    </p:extLst>
  </p:cSld>
  <p:clrMapOvr>
    <a:masterClrMapping/>
  </p:clrMapOvr>
  <p:transition>
    <p:random/>
    <p:sndAc>
      <p:stSnd>
        <p:snd r:embed="rId3" name="projctor.wav"/>
      </p:stSnd>
    </p:sndAc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灯片编号占位符 6"/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1440" tIns="45720" rIns="91440" bIns="45720" numCol="1" anchorCtr="0" compatLnSpc="1">
            <a:prstTxWarp prst="textNoShape">
              <a:avLst/>
            </a:prstTxWarp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华文新魏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华文新魏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华文新魏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华文新魏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华文新魏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华文新魏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华文新魏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华文新魏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华文新魏" pitchFamily="2" charset="-122"/>
              </a:defRPr>
            </a:lvl9pPr>
          </a:lstStyle>
          <a:p>
            <a:pPr eaLnBrk="1" hangingPunct="1"/>
            <a:fld id="{C48326BF-3F99-4376-B1C5-028AC39F983A}" type="slidenum">
              <a:rPr kumimoji="0" lang="zh-CN" altLang="en-US" sz="1800" smtClean="0">
                <a:solidFill>
                  <a:srgbClr val="FFFFFF"/>
                </a:solidFill>
              </a:rPr>
              <a:pPr eaLnBrk="1" hangingPunct="1"/>
              <a:t>13</a:t>
            </a:fld>
            <a:endParaRPr kumimoji="0" lang="en-US" altLang="zh-CN" sz="1800">
              <a:solidFill>
                <a:srgbClr val="FFFFFF"/>
              </a:solidFill>
            </a:endParaRPr>
          </a:p>
        </p:txBody>
      </p:sp>
      <p:sp>
        <p:nvSpPr>
          <p:cNvPr id="552962" name="Rectangle 2"/>
          <p:cNvSpPr>
            <a:spLocks noGrp="1" noChangeArrowheads="1"/>
          </p:cNvSpPr>
          <p:nvPr>
            <p:ph type="title"/>
          </p:nvPr>
        </p:nvSpPr>
        <p:spPr>
          <a:xfrm>
            <a:off x="685800" y="511175"/>
            <a:ext cx="8207375" cy="541338"/>
          </a:xfrm>
          <a:extLst>
            <a:ext uri="{91240B29-F687-4F45-9708-019B960494DF}">
              <a14:hiddenLine xmlns:a14="http://schemas.microsoft.com/office/drawing/2010/main" w="9525" cap="flat" cmpd="sng">
                <a:solidFill>
                  <a:schemeClr val="tx1"/>
                </a:solidFill>
                <a:prstDash val="solid"/>
                <a:miter lim="800000"/>
                <a:headEnd/>
                <a:tailEnd/>
              </a14:hiddenLine>
            </a:ext>
          </a:extLst>
        </p:spPr>
        <p:txBody>
          <a:bodyPr lIns="97332" tIns="48667" rIns="97332" bIns="48667" anchor="t">
            <a:spAutoFit/>
          </a:bodyPr>
          <a:lstStyle/>
          <a:p>
            <a:pPr defTabSz="966788" eaLnBrk="1" hangingPunct="1">
              <a:lnSpc>
                <a:spcPct val="90000"/>
              </a:lnSpc>
              <a:defRPr/>
            </a:pPr>
            <a:r>
              <a:rPr lang="zh-CN" altLang="en-US" sz="3200" b="1" dirty="0">
                <a:solidFill>
                  <a:prstClr val="black">
                    <a:lumMod val="85000"/>
                    <a:lumOff val="15000"/>
                  </a:prstClr>
                </a:solidFill>
                <a:latin typeface="华文新魏" pitchFamily="2" charset="-122"/>
                <a:ea typeface="华文新魏" pitchFamily="2" charset="-122"/>
              </a:rPr>
              <a:t>实验</a:t>
            </a:r>
            <a:r>
              <a:rPr lang="en-US" altLang="zh-CN" sz="3200" b="1" dirty="0">
                <a:solidFill>
                  <a:prstClr val="black">
                    <a:lumMod val="85000"/>
                    <a:lumOff val="15000"/>
                  </a:prstClr>
                </a:solidFill>
                <a:latin typeface="华文新魏" pitchFamily="2" charset="-122"/>
                <a:ea typeface="华文新魏" pitchFamily="2" charset="-122"/>
              </a:rPr>
              <a:t>3</a:t>
            </a:r>
            <a:r>
              <a:rPr lang="zh-CN" altLang="en-US" sz="3200" b="1" dirty="0">
                <a:solidFill>
                  <a:prstClr val="black">
                    <a:lumMod val="85000"/>
                    <a:lumOff val="15000"/>
                  </a:prstClr>
                </a:solidFill>
                <a:latin typeface="华文新魏" pitchFamily="2" charset="-122"/>
                <a:ea typeface="华文新魏" pitchFamily="2" charset="-122"/>
              </a:rPr>
              <a:t> 复杂</a:t>
            </a:r>
            <a:r>
              <a:rPr lang="en-US" altLang="zh-CN" sz="3200" b="1" dirty="0">
                <a:solidFill>
                  <a:prstClr val="black">
                    <a:lumMod val="85000"/>
                    <a:lumOff val="15000"/>
                  </a:prstClr>
                </a:solidFill>
                <a:latin typeface="华文新魏" pitchFamily="2" charset="-122"/>
                <a:ea typeface="华文新魏" pitchFamily="2" charset="-122"/>
              </a:rPr>
              <a:t>PC</a:t>
            </a:r>
            <a:r>
              <a:rPr lang="zh-CN" altLang="en-US" sz="3200" b="1" dirty="0">
                <a:solidFill>
                  <a:prstClr val="black">
                    <a:lumMod val="85000"/>
                    <a:lumOff val="15000"/>
                  </a:prstClr>
                </a:solidFill>
                <a:latin typeface="华文新魏" pitchFamily="2" charset="-122"/>
                <a:ea typeface="华文新魏" pitchFamily="2" charset="-122"/>
              </a:rPr>
              <a:t>问题</a:t>
            </a:r>
            <a:r>
              <a:rPr lang="en-US" altLang="zh-CN" sz="3200" b="1" dirty="0">
                <a:solidFill>
                  <a:prstClr val="black">
                    <a:lumMod val="85000"/>
                    <a:lumOff val="15000"/>
                  </a:prstClr>
                </a:solidFill>
                <a:latin typeface="华文新魏" pitchFamily="2" charset="-122"/>
                <a:ea typeface="华文新魏" pitchFamily="2" charset="-122"/>
              </a:rPr>
              <a:t>——</a:t>
            </a:r>
            <a:r>
              <a:rPr lang="zh-CN" altLang="en-US" sz="3200" b="1" dirty="0">
                <a:solidFill>
                  <a:prstClr val="black">
                    <a:lumMod val="85000"/>
                    <a:lumOff val="15000"/>
                  </a:prstClr>
                </a:solidFill>
                <a:latin typeface="华文新魏" pitchFamily="2" charset="-122"/>
                <a:ea typeface="华文新魏" pitchFamily="2" charset="-122"/>
              </a:rPr>
              <a:t>信号量与共享存储区</a:t>
            </a:r>
            <a:endParaRPr lang="zh-CN" altLang="en-US" b="1" dirty="0">
              <a:solidFill>
                <a:schemeClr val="tx1">
                  <a:lumMod val="85000"/>
                  <a:lumOff val="15000"/>
                </a:schemeClr>
              </a:solidFill>
              <a:latin typeface="Times New Roman" pitchFamily="18" charset="0"/>
              <a:ea typeface="华文新魏" pitchFamily="2" charset="-122"/>
            </a:endParaRPr>
          </a:p>
        </p:txBody>
      </p:sp>
      <p:sp>
        <p:nvSpPr>
          <p:cNvPr id="552963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900113" y="1628775"/>
            <a:ext cx="7488237" cy="4897438"/>
          </a:xfrm>
          <a:extLst>
            <a:ext uri="{91240B29-F687-4F45-9708-019B960494DF}">
              <a14:hiddenLine xmlns:a14="http://schemas.microsoft.com/office/drawing/2010/main" w="9525" cap="flat" cmpd="sng">
                <a:solidFill>
                  <a:schemeClr val="tx1"/>
                </a:solidFill>
                <a:prstDash val="solid"/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marL="457200" indent="-457200" algn="just" eaLnBrk="1" hangingPunct="1">
              <a:lnSpc>
                <a:spcPts val="3600"/>
              </a:lnSpc>
              <a:spcBef>
                <a:spcPct val="30000"/>
              </a:spcBef>
              <a:buClr>
                <a:schemeClr val="tx1"/>
              </a:buClr>
              <a:buSzPct val="100000"/>
              <a:buFont typeface="+mj-lt"/>
              <a:buAutoNum type="arabicPeriod" startAt="2"/>
              <a:defRPr/>
            </a:pPr>
            <a:r>
              <a:rPr lang="zh-CN" altLang="en-US" sz="2200" b="1" dirty="0">
                <a:effectLst>
                  <a:outerShdw blurRad="38100" dist="38100" dir="2700000" algn="tl">
                    <a:srgbClr val="000000"/>
                  </a:outerShdw>
                </a:effectLst>
                <a:latin typeface="宋体" pitchFamily="2" charset="-122"/>
              </a:rPr>
              <a:t>对信号量操作进行再次封装，实现以下函数：</a:t>
            </a:r>
            <a:endParaRPr lang="en-US" altLang="zh-CN" sz="2200" b="1" dirty="0">
              <a:effectLst>
                <a:outerShdw blurRad="38100" dist="38100" dir="2700000" algn="tl">
                  <a:srgbClr val="000000"/>
                </a:outerShdw>
              </a:effectLst>
              <a:latin typeface="宋体" pitchFamily="2" charset="-122"/>
            </a:endParaRPr>
          </a:p>
          <a:p>
            <a:pPr>
              <a:spcBef>
                <a:spcPts val="2400"/>
              </a:spcBef>
              <a:defRPr/>
            </a:pPr>
            <a:r>
              <a:rPr lang="en-US" altLang="zh-CN" sz="2000" b="1" dirty="0" err="1"/>
              <a:t>MySem</a:t>
            </a:r>
            <a:r>
              <a:rPr lang="en-US" altLang="zh-CN" sz="2000" b="1" dirty="0"/>
              <a:t> </a:t>
            </a:r>
            <a:r>
              <a:rPr lang="en-US" altLang="zh-CN" sz="2000" b="1" dirty="0" err="1"/>
              <a:t>newsem</a:t>
            </a:r>
            <a:r>
              <a:rPr lang="en-US" altLang="zh-CN" sz="2000" b="1" dirty="0"/>
              <a:t>(</a:t>
            </a:r>
            <a:r>
              <a:rPr lang="en-US" altLang="zh-CN" sz="2000" b="1" dirty="0" err="1"/>
              <a:t>int</a:t>
            </a:r>
            <a:r>
              <a:rPr lang="en-US" altLang="zh-CN" sz="2000" b="1" dirty="0"/>
              <a:t> </a:t>
            </a:r>
            <a:r>
              <a:rPr lang="en-US" altLang="zh-CN" sz="2000" b="1" dirty="0" err="1"/>
              <a:t>initVal</a:t>
            </a:r>
            <a:r>
              <a:rPr lang="en-US" altLang="zh-CN" sz="2000" b="1" dirty="0"/>
              <a:t>)</a:t>
            </a:r>
          </a:p>
          <a:p>
            <a:pPr indent="358775">
              <a:buFont typeface="Georgia" pitchFamily="18" charset="0"/>
              <a:buNone/>
              <a:defRPr/>
            </a:pPr>
            <a:r>
              <a:rPr lang="en-US" altLang="zh-CN" sz="2000" b="1" dirty="0"/>
              <a:t>——</a:t>
            </a:r>
            <a:r>
              <a:rPr lang="zh-CN" altLang="en-US" sz="2000" b="1" dirty="0"/>
              <a:t>创建新的信号量，初值为</a:t>
            </a:r>
            <a:r>
              <a:rPr lang="en-US" altLang="zh-CN" sz="2000" b="1" dirty="0" err="1"/>
              <a:t>initVal</a:t>
            </a:r>
            <a:r>
              <a:rPr lang="zh-CN" altLang="en-US" sz="2000" b="1" dirty="0"/>
              <a:t>，完成后返回信号量的</a:t>
            </a:r>
            <a:r>
              <a:rPr lang="en-US" altLang="zh-CN" sz="2000" b="1" dirty="0"/>
              <a:t>ID</a:t>
            </a:r>
            <a:r>
              <a:rPr lang="zh-CN" altLang="en-US" sz="2000" b="1" dirty="0"/>
              <a:t>（</a:t>
            </a:r>
            <a:r>
              <a:rPr lang="en-US" altLang="zh-CN" sz="2000" b="1" dirty="0" err="1"/>
              <a:t>typedef</a:t>
            </a:r>
            <a:r>
              <a:rPr lang="en-US" altLang="zh-CN" sz="2000" b="1" dirty="0"/>
              <a:t> </a:t>
            </a:r>
            <a:r>
              <a:rPr lang="en-US" altLang="zh-CN" sz="2000" b="1" dirty="0" err="1"/>
              <a:t>int</a:t>
            </a:r>
            <a:r>
              <a:rPr lang="en-US" altLang="zh-CN" sz="2000" b="1" dirty="0"/>
              <a:t> </a:t>
            </a:r>
            <a:r>
              <a:rPr lang="en-US" altLang="zh-CN" sz="2000" b="1" dirty="0" err="1"/>
              <a:t>MySem</a:t>
            </a:r>
            <a:r>
              <a:rPr lang="en-US" altLang="zh-CN" sz="2000" b="1" dirty="0"/>
              <a:t>;</a:t>
            </a:r>
            <a:r>
              <a:rPr lang="zh-CN" altLang="en-US" sz="2000" b="1" dirty="0"/>
              <a:t>）</a:t>
            </a:r>
          </a:p>
          <a:p>
            <a:pPr>
              <a:spcBef>
                <a:spcPts val="2400"/>
              </a:spcBef>
              <a:defRPr/>
            </a:pPr>
            <a:r>
              <a:rPr lang="en-US" altLang="zh-CN" sz="2000" b="1" dirty="0"/>
              <a:t>void </a:t>
            </a:r>
            <a:r>
              <a:rPr lang="en-US" altLang="zh-CN" sz="2000" b="1" dirty="0" err="1"/>
              <a:t>psem</a:t>
            </a:r>
            <a:r>
              <a:rPr lang="en-US" altLang="zh-CN" sz="2000" b="1" dirty="0"/>
              <a:t>(</a:t>
            </a:r>
            <a:r>
              <a:rPr lang="en-US" altLang="zh-CN" sz="2000" b="1" dirty="0" err="1"/>
              <a:t>MySem</a:t>
            </a:r>
            <a:r>
              <a:rPr lang="en-US" altLang="zh-CN" sz="2000" b="1" dirty="0"/>
              <a:t> </a:t>
            </a:r>
            <a:r>
              <a:rPr lang="en-US" altLang="zh-CN" sz="2000" b="1" dirty="0" err="1"/>
              <a:t>semID</a:t>
            </a:r>
            <a:r>
              <a:rPr lang="en-US" altLang="zh-CN" sz="2000" b="1" dirty="0"/>
              <a:t>)</a:t>
            </a:r>
          </a:p>
          <a:p>
            <a:pPr indent="358775">
              <a:buFont typeface="Georgia" pitchFamily="18" charset="0"/>
              <a:buNone/>
              <a:defRPr/>
            </a:pPr>
            <a:r>
              <a:rPr lang="en-US" altLang="zh-CN" sz="2000" b="1" dirty="0"/>
              <a:t>——</a:t>
            </a:r>
            <a:r>
              <a:rPr lang="zh-CN" altLang="en-US" sz="2000" b="1" dirty="0"/>
              <a:t>对</a:t>
            </a:r>
            <a:r>
              <a:rPr lang="en-US" altLang="zh-CN" sz="2000" b="1" dirty="0"/>
              <a:t>ID</a:t>
            </a:r>
            <a:r>
              <a:rPr lang="zh-CN" altLang="en-US" sz="2000" b="1" dirty="0"/>
              <a:t>为</a:t>
            </a:r>
            <a:r>
              <a:rPr lang="en-US" altLang="zh-CN" sz="2000" b="1" dirty="0" err="1"/>
              <a:t>semID</a:t>
            </a:r>
            <a:r>
              <a:rPr lang="zh-CN" altLang="en-US" sz="2000" b="1" dirty="0"/>
              <a:t>的信号量做</a:t>
            </a:r>
            <a:r>
              <a:rPr lang="en-US" altLang="zh-CN" sz="2000" b="1" dirty="0"/>
              <a:t>p</a:t>
            </a:r>
            <a:endParaRPr lang="zh-CN" altLang="en-US" sz="2000" b="1" dirty="0"/>
          </a:p>
          <a:p>
            <a:pPr>
              <a:spcBef>
                <a:spcPts val="2400"/>
              </a:spcBef>
              <a:defRPr/>
            </a:pPr>
            <a:r>
              <a:rPr lang="en-US" altLang="zh-CN" sz="2000" b="1" dirty="0"/>
              <a:t>void </a:t>
            </a:r>
            <a:r>
              <a:rPr lang="en-US" altLang="zh-CN" sz="2000" b="1" dirty="0" err="1"/>
              <a:t>vsem</a:t>
            </a:r>
            <a:r>
              <a:rPr lang="en-US" altLang="zh-CN" sz="2000" b="1" dirty="0"/>
              <a:t>(</a:t>
            </a:r>
            <a:r>
              <a:rPr lang="en-US" altLang="zh-CN" sz="2000" b="1" dirty="0" err="1"/>
              <a:t>MySem</a:t>
            </a:r>
            <a:r>
              <a:rPr lang="en-US" altLang="zh-CN" sz="2000" b="1" dirty="0"/>
              <a:t> </a:t>
            </a:r>
            <a:r>
              <a:rPr lang="en-US" altLang="zh-CN" sz="2000" b="1" dirty="0" err="1"/>
              <a:t>semID</a:t>
            </a:r>
            <a:r>
              <a:rPr lang="en-US" altLang="zh-CN" sz="2000" b="1" dirty="0"/>
              <a:t>)</a:t>
            </a:r>
            <a:r>
              <a:rPr lang="zh-CN" altLang="en-US" sz="2000" b="1" dirty="0"/>
              <a:t> </a:t>
            </a:r>
            <a:endParaRPr lang="en-US" altLang="zh-CN" sz="2000" b="1" dirty="0"/>
          </a:p>
          <a:p>
            <a:pPr indent="358775">
              <a:buFont typeface="Georgia" pitchFamily="18" charset="0"/>
              <a:buNone/>
              <a:defRPr/>
            </a:pPr>
            <a:r>
              <a:rPr lang="en-US" altLang="zh-CN" sz="2000" b="1" dirty="0"/>
              <a:t>——</a:t>
            </a:r>
            <a:r>
              <a:rPr lang="zh-CN" altLang="en-US" sz="2000" b="1" dirty="0"/>
              <a:t>对</a:t>
            </a:r>
            <a:r>
              <a:rPr lang="en-US" altLang="zh-CN" sz="2000" b="1" dirty="0"/>
              <a:t>ID</a:t>
            </a:r>
            <a:r>
              <a:rPr lang="zh-CN" altLang="en-US" sz="2000" b="1" dirty="0"/>
              <a:t>为</a:t>
            </a:r>
            <a:r>
              <a:rPr lang="en-US" altLang="zh-CN" sz="2000" b="1" dirty="0" err="1"/>
              <a:t>semID</a:t>
            </a:r>
            <a:r>
              <a:rPr lang="zh-CN" altLang="en-US" sz="2000" b="1" dirty="0"/>
              <a:t>的信号量做</a:t>
            </a:r>
            <a:r>
              <a:rPr lang="en-US" altLang="zh-CN" sz="2000" b="1" dirty="0"/>
              <a:t>v</a:t>
            </a:r>
            <a:endParaRPr lang="zh-CN" altLang="en-US" sz="2000" b="1" dirty="0"/>
          </a:p>
          <a:p>
            <a:pPr>
              <a:spcBef>
                <a:spcPts val="2400"/>
              </a:spcBef>
              <a:defRPr/>
            </a:pPr>
            <a:r>
              <a:rPr lang="en-US" altLang="zh-CN" sz="2000" b="1" dirty="0"/>
              <a:t>void </a:t>
            </a:r>
            <a:r>
              <a:rPr lang="en-US" altLang="zh-CN" sz="2000" b="1" dirty="0" err="1"/>
              <a:t>freesem</a:t>
            </a:r>
            <a:r>
              <a:rPr lang="en-US" altLang="zh-CN" sz="2000" b="1" dirty="0"/>
              <a:t>(</a:t>
            </a:r>
            <a:r>
              <a:rPr lang="en-US" altLang="zh-CN" sz="2000" b="1" dirty="0" err="1"/>
              <a:t>MySem</a:t>
            </a:r>
            <a:r>
              <a:rPr lang="en-US" altLang="zh-CN" sz="2000" b="1" dirty="0"/>
              <a:t> </a:t>
            </a:r>
            <a:r>
              <a:rPr lang="en-US" altLang="zh-CN" sz="2000" b="1" dirty="0" err="1"/>
              <a:t>semID</a:t>
            </a:r>
            <a:r>
              <a:rPr lang="en-US" altLang="zh-CN" sz="2000" b="1" dirty="0"/>
              <a:t>)</a:t>
            </a:r>
          </a:p>
          <a:p>
            <a:pPr indent="358775">
              <a:buFont typeface="Georgia" pitchFamily="18" charset="0"/>
              <a:buNone/>
              <a:defRPr/>
            </a:pPr>
            <a:r>
              <a:rPr lang="en-US" altLang="zh-CN" sz="2000" b="1" dirty="0"/>
              <a:t>——</a:t>
            </a:r>
            <a:r>
              <a:rPr lang="zh-CN" altLang="en-US" sz="2000" b="1" dirty="0"/>
              <a:t>注销</a:t>
            </a:r>
            <a:r>
              <a:rPr lang="en-US" altLang="zh-CN" sz="2000" b="1" dirty="0"/>
              <a:t>ID</a:t>
            </a:r>
            <a:r>
              <a:rPr lang="zh-CN" altLang="en-US" sz="2000" b="1" dirty="0"/>
              <a:t>为</a:t>
            </a:r>
            <a:r>
              <a:rPr lang="en-US" altLang="zh-CN" sz="2000" b="1" dirty="0" err="1"/>
              <a:t>semID</a:t>
            </a:r>
            <a:r>
              <a:rPr lang="zh-CN" altLang="en-US" sz="2000" b="1" dirty="0"/>
              <a:t>的信号量</a:t>
            </a:r>
          </a:p>
        </p:txBody>
      </p:sp>
      <p:sp>
        <p:nvSpPr>
          <p:cNvPr id="7173" name="Line 4"/>
          <p:cNvSpPr>
            <a:spLocks noChangeShapeType="1"/>
          </p:cNvSpPr>
          <p:nvPr/>
        </p:nvSpPr>
        <p:spPr bwMode="auto">
          <a:xfrm>
            <a:off x="0" y="1143000"/>
            <a:ext cx="9144000" cy="0"/>
          </a:xfrm>
          <a:prstGeom prst="line">
            <a:avLst/>
          </a:prstGeom>
          <a:noFill/>
          <a:ln w="38100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7174" name="Line 5"/>
          <p:cNvSpPr>
            <a:spLocks noChangeShapeType="1"/>
          </p:cNvSpPr>
          <p:nvPr/>
        </p:nvSpPr>
        <p:spPr bwMode="auto">
          <a:xfrm>
            <a:off x="533400" y="0"/>
            <a:ext cx="0" cy="6858000"/>
          </a:xfrm>
          <a:prstGeom prst="line">
            <a:avLst/>
          </a:prstGeom>
          <a:noFill/>
          <a:ln w="38100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78070617"/>
      </p:ext>
    </p:extLst>
  </p:cSld>
  <p:clrMapOvr>
    <a:masterClrMapping/>
  </p:clrMapOvr>
  <p:transition>
    <p:random/>
    <p:sndAc>
      <p:stSnd>
        <p:snd r:embed="rId2" name="projctor.wav"/>
      </p:stSnd>
    </p:sndAc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灯片编号占位符 6"/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1440" tIns="45720" rIns="91440" bIns="45720" numCol="1" anchorCtr="0" compatLnSpc="1">
            <a:prstTxWarp prst="textNoShape">
              <a:avLst/>
            </a:prstTxWarp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华文新魏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华文新魏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华文新魏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华文新魏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华文新魏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华文新魏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华文新魏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华文新魏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华文新魏" pitchFamily="2" charset="-122"/>
              </a:defRPr>
            </a:lvl9pPr>
          </a:lstStyle>
          <a:p>
            <a:pPr eaLnBrk="1" hangingPunct="1"/>
            <a:fld id="{5744115E-7D71-4D36-8ABF-0C71E90E45E9}" type="slidenum">
              <a:rPr kumimoji="0" lang="zh-CN" altLang="en-US" sz="1800" smtClean="0">
                <a:solidFill>
                  <a:srgbClr val="FFFFFF"/>
                </a:solidFill>
              </a:rPr>
              <a:pPr eaLnBrk="1" hangingPunct="1"/>
              <a:t>14</a:t>
            </a:fld>
            <a:endParaRPr kumimoji="0" lang="en-US" altLang="zh-CN" sz="1800">
              <a:solidFill>
                <a:srgbClr val="FFFFFF"/>
              </a:solidFill>
            </a:endParaRPr>
          </a:p>
        </p:txBody>
      </p:sp>
      <p:sp>
        <p:nvSpPr>
          <p:cNvPr id="552962" name="Rectangle 2"/>
          <p:cNvSpPr>
            <a:spLocks noGrp="1" noChangeArrowheads="1"/>
          </p:cNvSpPr>
          <p:nvPr>
            <p:ph type="title"/>
          </p:nvPr>
        </p:nvSpPr>
        <p:spPr>
          <a:xfrm>
            <a:off x="685800" y="511175"/>
            <a:ext cx="8207375" cy="541338"/>
          </a:xfrm>
          <a:extLst>
            <a:ext uri="{91240B29-F687-4F45-9708-019B960494DF}">
              <a14:hiddenLine xmlns:a14="http://schemas.microsoft.com/office/drawing/2010/main" w="9525" cap="flat" cmpd="sng">
                <a:solidFill>
                  <a:schemeClr val="tx1"/>
                </a:solidFill>
                <a:prstDash val="solid"/>
                <a:miter lim="800000"/>
                <a:headEnd/>
                <a:tailEnd/>
              </a14:hiddenLine>
            </a:ext>
          </a:extLst>
        </p:spPr>
        <p:txBody>
          <a:bodyPr lIns="97332" tIns="48667" rIns="97332" bIns="48667" anchor="t">
            <a:spAutoFit/>
          </a:bodyPr>
          <a:lstStyle/>
          <a:p>
            <a:pPr defTabSz="966788" eaLnBrk="1" hangingPunct="1">
              <a:lnSpc>
                <a:spcPct val="90000"/>
              </a:lnSpc>
              <a:defRPr/>
            </a:pPr>
            <a:r>
              <a:rPr lang="zh-CN" altLang="en-US" sz="32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华文新魏" pitchFamily="2" charset="-122"/>
                <a:ea typeface="华文新魏" pitchFamily="2" charset="-122"/>
              </a:rPr>
              <a:t>实验</a:t>
            </a:r>
            <a:r>
              <a:rPr lang="en-US" altLang="zh-CN" sz="32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华文新魏" pitchFamily="2" charset="-122"/>
                <a:ea typeface="华文新魏" pitchFamily="2" charset="-122"/>
              </a:rPr>
              <a:t>3</a:t>
            </a:r>
            <a:r>
              <a:rPr lang="zh-CN" altLang="en-US" sz="32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华文新魏" pitchFamily="2" charset="-122"/>
                <a:ea typeface="华文新魏" pitchFamily="2" charset="-122"/>
              </a:rPr>
              <a:t> 复杂</a:t>
            </a:r>
            <a:r>
              <a:rPr lang="en-US" altLang="zh-CN" sz="32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华文新魏" pitchFamily="2" charset="-122"/>
                <a:ea typeface="华文新魏" pitchFamily="2" charset="-122"/>
              </a:rPr>
              <a:t>PC</a:t>
            </a:r>
            <a:r>
              <a:rPr lang="zh-CN" altLang="en-US" sz="32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华文新魏" pitchFamily="2" charset="-122"/>
                <a:ea typeface="华文新魏" pitchFamily="2" charset="-122"/>
              </a:rPr>
              <a:t>问题</a:t>
            </a:r>
            <a:r>
              <a:rPr lang="en-US" altLang="zh-CN" sz="32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华文新魏" pitchFamily="2" charset="-122"/>
                <a:ea typeface="华文新魏" pitchFamily="2" charset="-122"/>
              </a:rPr>
              <a:t>——</a:t>
            </a:r>
            <a:r>
              <a:rPr lang="zh-CN" altLang="en-US" sz="32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华文新魏" pitchFamily="2" charset="-122"/>
                <a:ea typeface="华文新魏" pitchFamily="2" charset="-122"/>
              </a:rPr>
              <a:t>信号量与共享存储区</a:t>
            </a:r>
            <a:endParaRPr lang="zh-CN" altLang="en-US" sz="3200" b="1" dirty="0">
              <a:solidFill>
                <a:schemeClr val="tx1">
                  <a:lumMod val="85000"/>
                  <a:lumOff val="15000"/>
                </a:schemeClr>
              </a:solidFill>
              <a:latin typeface="Times New Roman" pitchFamily="18" charset="0"/>
              <a:ea typeface="华文新魏" pitchFamily="2" charset="-122"/>
            </a:endParaRPr>
          </a:p>
        </p:txBody>
      </p:sp>
      <p:sp>
        <p:nvSpPr>
          <p:cNvPr id="552963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755650" y="1628775"/>
            <a:ext cx="7920038" cy="4897438"/>
          </a:xfrm>
          <a:extLst>
            <a:ext uri="{91240B29-F687-4F45-9708-019B960494DF}">
              <a14:hiddenLine xmlns:a14="http://schemas.microsoft.com/office/drawing/2010/main" w="9525" cap="flat" cmpd="sng">
                <a:solidFill>
                  <a:schemeClr val="tx1"/>
                </a:solidFill>
                <a:prstDash val="solid"/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marL="457200" indent="-457200" algn="just" eaLnBrk="1" hangingPunct="1">
              <a:lnSpc>
                <a:spcPts val="4000"/>
              </a:lnSpc>
              <a:spcBef>
                <a:spcPct val="30000"/>
              </a:spcBef>
              <a:buClr>
                <a:schemeClr val="tx1"/>
              </a:buClr>
              <a:buSzPct val="100000"/>
              <a:buFont typeface="+mj-lt"/>
              <a:buAutoNum type="arabicPeriod" startAt="3"/>
              <a:defRPr/>
            </a:pPr>
            <a:r>
              <a:rPr lang="zh-CN" altLang="en-US" sz="2000" b="1" dirty="0"/>
              <a:t>在</a:t>
            </a:r>
            <a:r>
              <a:rPr lang="en-US" altLang="zh-CN" sz="2000" b="1" dirty="0" err="1"/>
              <a:t>init</a:t>
            </a:r>
            <a:r>
              <a:rPr lang="en-US" altLang="zh-CN" sz="2000" b="1" dirty="0"/>
              <a:t>()</a:t>
            </a:r>
            <a:r>
              <a:rPr lang="zh-CN" altLang="en-US" sz="2000" b="1" dirty="0"/>
              <a:t>中添加代码，请求用户输入仓库库存，然后申请并初始化共享存储区（仓库数组和变量</a:t>
            </a:r>
            <a:r>
              <a:rPr lang="en-US" altLang="zh-CN" sz="2000" b="1" dirty="0"/>
              <a:t>in</a:t>
            </a:r>
            <a:r>
              <a:rPr lang="zh-CN" altLang="en-US" sz="2000" b="1" dirty="0"/>
              <a:t>、</a:t>
            </a:r>
            <a:r>
              <a:rPr lang="en-US" altLang="zh-CN" sz="2000" b="1" dirty="0"/>
              <a:t>out</a:t>
            </a:r>
            <a:r>
              <a:rPr lang="zh-CN" altLang="en-US" sz="2000" b="1" dirty="0"/>
              <a:t>），以及所各种信号量。</a:t>
            </a:r>
            <a:endParaRPr lang="en-US" altLang="zh-CN" sz="2000" b="1" dirty="0"/>
          </a:p>
          <a:p>
            <a:pPr marL="457200" indent="-457200" algn="just" eaLnBrk="1" hangingPunct="1">
              <a:lnSpc>
                <a:spcPts val="4000"/>
              </a:lnSpc>
              <a:spcBef>
                <a:spcPct val="30000"/>
              </a:spcBef>
              <a:buClr>
                <a:schemeClr val="tx1"/>
              </a:buClr>
              <a:buSzPct val="100000"/>
              <a:buFont typeface="+mj-lt"/>
              <a:buAutoNum type="arabicPeriod" startAt="3"/>
              <a:defRPr/>
            </a:pPr>
            <a:r>
              <a:rPr lang="zh-CN" altLang="en-US" sz="2000" b="1" dirty="0"/>
              <a:t>在</a:t>
            </a:r>
            <a:r>
              <a:rPr lang="en-US" altLang="zh-CN" sz="2000" b="1" dirty="0"/>
              <a:t>Pro()</a:t>
            </a:r>
            <a:r>
              <a:rPr lang="zh-CN" altLang="en-US" sz="2000" b="1" dirty="0"/>
              <a:t>和</a:t>
            </a:r>
            <a:r>
              <a:rPr lang="en-US" altLang="zh-CN" sz="2000" b="1" dirty="0"/>
              <a:t>Con()</a:t>
            </a:r>
            <a:r>
              <a:rPr lang="zh-CN" altLang="en-US" sz="2000" b="1" dirty="0"/>
              <a:t>中添加代码，完成复杂</a:t>
            </a:r>
            <a:r>
              <a:rPr lang="en-US" altLang="zh-CN" sz="2000" b="1" dirty="0"/>
              <a:t>PC</a:t>
            </a:r>
            <a:r>
              <a:rPr lang="zh-CN" altLang="en-US" sz="2000" b="1" dirty="0"/>
              <a:t>问题（多生产者、多消费者）的模拟。</a:t>
            </a:r>
            <a:endParaRPr lang="en-US" altLang="zh-CN" sz="2000" b="1" dirty="0"/>
          </a:p>
          <a:p>
            <a:pPr marL="444500" indent="0" algn="just" eaLnBrk="1" hangingPunct="1">
              <a:lnSpc>
                <a:spcPts val="4000"/>
              </a:lnSpc>
              <a:spcBef>
                <a:spcPct val="30000"/>
              </a:spcBef>
              <a:buClr>
                <a:schemeClr val="tx1"/>
              </a:buClr>
              <a:buSzPct val="100000"/>
              <a:buFont typeface="Georgia" pitchFamily="18" charset="0"/>
              <a:buNone/>
              <a:defRPr/>
            </a:pPr>
            <a:r>
              <a:rPr lang="zh-CN" altLang="en-US" sz="2000" b="1" dirty="0"/>
              <a:t>其中</a:t>
            </a:r>
            <a:r>
              <a:rPr lang="en-US" altLang="zh-CN" sz="2000" b="1" dirty="0"/>
              <a:t>Pro()</a:t>
            </a:r>
            <a:r>
              <a:rPr lang="zh-CN" altLang="en-US" sz="2000" b="1" dirty="0"/>
              <a:t>和</a:t>
            </a:r>
            <a:r>
              <a:rPr lang="en-US" altLang="zh-CN" sz="2000" b="1" dirty="0"/>
              <a:t>Con()</a:t>
            </a:r>
            <a:r>
              <a:rPr lang="zh-CN" altLang="en-US" sz="2000" b="1" dirty="0"/>
              <a:t>开始时在屏幕显示</a:t>
            </a:r>
            <a:endParaRPr lang="en-US" altLang="zh-CN" sz="2000" b="1" dirty="0"/>
          </a:p>
          <a:p>
            <a:pPr marL="444500" indent="0" algn="ctr" eaLnBrk="1" hangingPunct="1">
              <a:lnSpc>
                <a:spcPts val="4000"/>
              </a:lnSpc>
              <a:spcBef>
                <a:spcPct val="30000"/>
              </a:spcBef>
              <a:buClr>
                <a:schemeClr val="tx1"/>
              </a:buClr>
              <a:buSzPct val="100000"/>
              <a:buFont typeface="Georgia" pitchFamily="18" charset="0"/>
              <a:buNone/>
              <a:defRPr/>
            </a:pPr>
            <a:r>
              <a:rPr lang="en-US" altLang="zh-CN" sz="2000" b="1" dirty="0"/>
              <a:t>&lt;</a:t>
            </a:r>
            <a:r>
              <a:rPr lang="zh-CN" altLang="en-US" sz="2000" b="1" dirty="0"/>
              <a:t>进程类型（</a:t>
            </a:r>
            <a:r>
              <a:rPr lang="en-US" altLang="zh-CN" sz="2000" b="1" dirty="0"/>
              <a:t>P</a:t>
            </a:r>
            <a:r>
              <a:rPr lang="zh-CN" altLang="en-US" sz="2000" b="1" dirty="0"/>
              <a:t>或</a:t>
            </a:r>
            <a:r>
              <a:rPr lang="en-US" altLang="zh-CN" sz="2000" b="1" dirty="0"/>
              <a:t>C</a:t>
            </a:r>
            <a:r>
              <a:rPr lang="zh-CN" altLang="en-US" sz="2000" b="1" dirty="0"/>
              <a:t>）</a:t>
            </a:r>
            <a:r>
              <a:rPr lang="en-US" altLang="zh-CN" sz="2000" b="1" dirty="0"/>
              <a:t>&gt;  &lt;</a:t>
            </a:r>
            <a:r>
              <a:rPr lang="zh-CN" altLang="en-US" sz="2000" b="1" dirty="0"/>
              <a:t>进程</a:t>
            </a:r>
            <a:r>
              <a:rPr lang="en-US" altLang="zh-CN" sz="2000" b="1" dirty="0"/>
              <a:t>id&gt;  started.</a:t>
            </a:r>
          </a:p>
          <a:p>
            <a:pPr marL="444500" indent="0" algn="just" eaLnBrk="1" hangingPunct="1">
              <a:lnSpc>
                <a:spcPts val="4000"/>
              </a:lnSpc>
              <a:spcBef>
                <a:spcPct val="30000"/>
              </a:spcBef>
              <a:buClr>
                <a:schemeClr val="tx1"/>
              </a:buClr>
              <a:buSzPct val="100000"/>
              <a:buFont typeface="Georgia" pitchFamily="18" charset="0"/>
              <a:buNone/>
              <a:defRPr/>
            </a:pPr>
            <a:r>
              <a:rPr lang="zh-CN" altLang="en-US" sz="2000" b="1" dirty="0"/>
              <a:t>结束时</a:t>
            </a:r>
            <a:r>
              <a:rPr lang="en-US" altLang="zh-CN" sz="2000" b="1" dirty="0"/>
              <a:t>Pro()</a:t>
            </a:r>
            <a:r>
              <a:rPr lang="zh-CN" altLang="en-US" sz="2000" b="1" dirty="0"/>
              <a:t>显示：</a:t>
            </a:r>
            <a:r>
              <a:rPr lang="en-US" altLang="zh-CN" sz="2000" b="1" dirty="0"/>
              <a:t>P  &lt;</a:t>
            </a:r>
            <a:r>
              <a:rPr lang="zh-CN" altLang="en-US" sz="2000" b="1" dirty="0"/>
              <a:t>进程</a:t>
            </a:r>
            <a:r>
              <a:rPr lang="en-US" altLang="zh-CN" sz="2000" b="1" dirty="0"/>
              <a:t>id&gt;  put an item to &lt;</a:t>
            </a:r>
            <a:r>
              <a:rPr lang="zh-CN" altLang="en-US" sz="2000" b="1" dirty="0"/>
              <a:t>仓库位置</a:t>
            </a:r>
            <a:r>
              <a:rPr lang="en-US" altLang="zh-CN" sz="2000" b="1" dirty="0"/>
              <a:t>&gt;.</a:t>
            </a:r>
          </a:p>
          <a:p>
            <a:pPr marL="444500" indent="0" algn="just" eaLnBrk="1" hangingPunct="1">
              <a:lnSpc>
                <a:spcPts val="4000"/>
              </a:lnSpc>
              <a:spcBef>
                <a:spcPct val="30000"/>
              </a:spcBef>
              <a:buClr>
                <a:schemeClr val="tx1"/>
              </a:buClr>
              <a:buSzPct val="100000"/>
              <a:buFont typeface="Georgia" pitchFamily="18" charset="0"/>
              <a:buNone/>
              <a:defRPr/>
            </a:pPr>
            <a:r>
              <a:rPr lang="en-US" altLang="zh-CN" sz="2000" b="1" dirty="0"/>
              <a:t>Con()</a:t>
            </a:r>
            <a:r>
              <a:rPr lang="zh-CN" altLang="en-US" sz="2000" b="1" dirty="0"/>
              <a:t>显示：</a:t>
            </a:r>
            <a:r>
              <a:rPr lang="en-US" altLang="zh-CN" sz="2000" b="1" dirty="0"/>
              <a:t>C  &lt;</a:t>
            </a:r>
            <a:r>
              <a:rPr lang="zh-CN" altLang="en-US" sz="2000" b="1" dirty="0"/>
              <a:t>进程</a:t>
            </a:r>
            <a:r>
              <a:rPr lang="en-US" altLang="zh-CN" sz="2000" b="1" dirty="0"/>
              <a:t>id&gt;  got an item from &lt;</a:t>
            </a:r>
            <a:r>
              <a:rPr lang="zh-CN" altLang="en-US" sz="2000" b="1" dirty="0"/>
              <a:t>仓库位置</a:t>
            </a:r>
            <a:r>
              <a:rPr lang="en-US" altLang="zh-CN" sz="2000" b="1" dirty="0"/>
              <a:t>&gt;.</a:t>
            </a:r>
          </a:p>
        </p:txBody>
      </p:sp>
      <p:sp>
        <p:nvSpPr>
          <p:cNvPr id="8197" name="Line 4"/>
          <p:cNvSpPr>
            <a:spLocks noChangeShapeType="1"/>
          </p:cNvSpPr>
          <p:nvPr/>
        </p:nvSpPr>
        <p:spPr bwMode="auto">
          <a:xfrm>
            <a:off x="0" y="1143000"/>
            <a:ext cx="9144000" cy="0"/>
          </a:xfrm>
          <a:prstGeom prst="line">
            <a:avLst/>
          </a:prstGeom>
          <a:noFill/>
          <a:ln w="38100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8198" name="Line 5"/>
          <p:cNvSpPr>
            <a:spLocks noChangeShapeType="1"/>
          </p:cNvSpPr>
          <p:nvPr/>
        </p:nvSpPr>
        <p:spPr bwMode="auto">
          <a:xfrm>
            <a:off x="533400" y="0"/>
            <a:ext cx="0" cy="6858000"/>
          </a:xfrm>
          <a:prstGeom prst="line">
            <a:avLst/>
          </a:prstGeom>
          <a:noFill/>
          <a:ln w="38100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28950170"/>
      </p:ext>
    </p:extLst>
  </p:cSld>
  <p:clrMapOvr>
    <a:masterClrMapping/>
  </p:clrMapOvr>
  <p:transition>
    <p:random/>
    <p:sndAc>
      <p:stSnd>
        <p:snd r:embed="rId2" name="projctor.wav"/>
      </p:stSnd>
    </p:sndAc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灯片编号占位符 6"/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1440" tIns="45720" rIns="91440" bIns="45720" numCol="1" anchorCtr="0" compatLnSpc="1">
            <a:prstTxWarp prst="textNoShape">
              <a:avLst/>
            </a:prstTxWarp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华文新魏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华文新魏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华文新魏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华文新魏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华文新魏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华文新魏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华文新魏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华文新魏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华文新魏" pitchFamily="2" charset="-122"/>
              </a:defRPr>
            </a:lvl9pPr>
          </a:lstStyle>
          <a:p>
            <a:pPr eaLnBrk="1" hangingPunct="1"/>
            <a:fld id="{7E71D5EB-EE18-42A6-AB8E-0DC871414147}" type="slidenum">
              <a:rPr kumimoji="0" lang="zh-CN" altLang="en-US" sz="1800" smtClean="0">
                <a:solidFill>
                  <a:srgbClr val="FFFFFF"/>
                </a:solidFill>
              </a:rPr>
              <a:pPr eaLnBrk="1" hangingPunct="1"/>
              <a:t>15</a:t>
            </a:fld>
            <a:endParaRPr kumimoji="0" lang="en-US" altLang="zh-CN" sz="1800">
              <a:solidFill>
                <a:srgbClr val="FFFFFF"/>
              </a:solidFill>
            </a:endParaRPr>
          </a:p>
        </p:txBody>
      </p:sp>
      <p:sp>
        <p:nvSpPr>
          <p:cNvPr id="552963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755650" y="1628775"/>
            <a:ext cx="7993063" cy="4465638"/>
          </a:xfrm>
          <a:extLst>
            <a:ext uri="{91240B29-F687-4F45-9708-019B960494DF}">
              <a14:hiddenLine xmlns:a14="http://schemas.microsoft.com/office/drawing/2010/main" w="9525" cap="flat" cmpd="sng">
                <a:solidFill>
                  <a:schemeClr val="tx1"/>
                </a:solidFill>
                <a:prstDash val="solid"/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marL="457200" indent="-457200" algn="just" eaLnBrk="1" hangingPunct="1">
              <a:lnSpc>
                <a:spcPct val="200000"/>
              </a:lnSpc>
              <a:spcBef>
                <a:spcPct val="30000"/>
              </a:spcBef>
              <a:buClr>
                <a:schemeClr val="tx2"/>
              </a:buClr>
              <a:buSzPct val="75000"/>
              <a:buFont typeface="Wingdings" pitchFamily="2" charset="2"/>
              <a:buNone/>
              <a:defRPr/>
            </a:pPr>
            <a:r>
              <a:rPr lang="zh-CN" altLang="en-US" sz="2400" b="1" dirty="0">
                <a:effectLst>
                  <a:outerShdw blurRad="38100" dist="38100" dir="2700000" algn="tl">
                    <a:srgbClr val="000000"/>
                  </a:outerShdw>
                </a:effectLst>
                <a:latin typeface="宋体" pitchFamily="2" charset="-122"/>
              </a:rPr>
              <a:t>四、</a:t>
            </a:r>
            <a:r>
              <a:rPr lang="zh-CN" altLang="en-US" sz="2200" b="1" dirty="0">
                <a:effectLst>
                  <a:outerShdw blurRad="38100" dist="38100" dir="2700000" algn="tl">
                    <a:srgbClr val="000000"/>
                  </a:outerShdw>
                </a:effectLst>
                <a:latin typeface="宋体" pitchFamily="2" charset="-122"/>
              </a:rPr>
              <a:t>思考与实践</a:t>
            </a:r>
            <a:endParaRPr lang="zh-CN" altLang="en-US" sz="2200" b="1" dirty="0">
              <a:effectLst>
                <a:outerShdw blurRad="38100" dist="38100" dir="2700000" algn="tl">
                  <a:srgbClr val="000000"/>
                </a:outerShdw>
              </a:effectLst>
              <a:latin typeface="宋体" pitchFamily="2" charset="-122"/>
              <a:cs typeface="Courier New" pitchFamily="49" charset="0"/>
            </a:endParaRPr>
          </a:p>
          <a:p>
            <a:pPr marL="457200" indent="-457200" algn="just" eaLnBrk="1" hangingPunct="1">
              <a:lnSpc>
                <a:spcPct val="200000"/>
              </a:lnSpc>
              <a:spcBef>
                <a:spcPct val="30000"/>
              </a:spcBef>
              <a:buClr>
                <a:schemeClr val="tx1"/>
              </a:buClr>
              <a:buSzPct val="100000"/>
              <a:buFont typeface="Wingdings" pitchFamily="2" charset="2"/>
              <a:buAutoNum type="arabicPeriod"/>
              <a:defRPr/>
            </a:pPr>
            <a:r>
              <a:rPr lang="en-US" altLang="zh-CN" sz="2200" b="1" dirty="0">
                <a:effectLst>
                  <a:outerShdw blurRad="38100" dist="38100" dir="2700000" algn="tl">
                    <a:srgbClr val="000000"/>
                  </a:outerShdw>
                </a:effectLst>
                <a:latin typeface="宋体" pitchFamily="2" charset="-122"/>
              </a:rPr>
              <a:t>fork()</a:t>
            </a:r>
            <a:r>
              <a:rPr lang="zh-CN" altLang="en-US" sz="2200" b="1" dirty="0">
                <a:effectLst>
                  <a:outerShdw blurRad="38100" dist="38100" dir="2700000" algn="tl">
                    <a:srgbClr val="000000"/>
                  </a:outerShdw>
                </a:effectLst>
                <a:latin typeface="宋体" pitchFamily="2" charset="-122"/>
              </a:rPr>
              <a:t>的工作方式是怎样的？如何在父进程与子进程之间共享信息？</a:t>
            </a:r>
          </a:p>
          <a:p>
            <a:pPr marL="457200" indent="-457200" algn="just" eaLnBrk="1" hangingPunct="1">
              <a:lnSpc>
                <a:spcPct val="200000"/>
              </a:lnSpc>
              <a:spcBef>
                <a:spcPct val="30000"/>
              </a:spcBef>
              <a:buClr>
                <a:schemeClr val="tx1"/>
              </a:buClr>
              <a:buSzPct val="100000"/>
              <a:buFont typeface="Wingdings" pitchFamily="2" charset="2"/>
              <a:buAutoNum type="arabicPeriod"/>
              <a:defRPr/>
            </a:pPr>
            <a:r>
              <a:rPr lang="zh-CN" altLang="en-US" sz="2200" b="1" dirty="0">
                <a:effectLst>
                  <a:outerShdw blurRad="38100" dist="38100" dir="2700000" algn="tl">
                    <a:srgbClr val="000000"/>
                  </a:outerShdw>
                </a:effectLst>
                <a:latin typeface="宋体" pitchFamily="2" charset="-122"/>
              </a:rPr>
              <a:t>如何在多个程序间获得同个信号量或共享存储区的</a:t>
            </a:r>
            <a:r>
              <a:rPr lang="en-US" altLang="zh-CN" sz="2200" b="1" dirty="0">
                <a:effectLst>
                  <a:outerShdw blurRad="38100" dist="38100" dir="2700000" algn="tl">
                    <a:srgbClr val="000000"/>
                  </a:outerShdw>
                </a:effectLst>
                <a:latin typeface="宋体" pitchFamily="2" charset="-122"/>
              </a:rPr>
              <a:t>ID</a:t>
            </a:r>
            <a:r>
              <a:rPr lang="zh-CN" altLang="en-US" sz="2200" b="1" dirty="0">
                <a:effectLst>
                  <a:outerShdw blurRad="38100" dist="38100" dir="2700000" algn="tl">
                    <a:srgbClr val="000000"/>
                  </a:outerShdw>
                </a:effectLst>
                <a:latin typeface="宋体" pitchFamily="2" charset="-122"/>
              </a:rPr>
              <a:t>，并正确使用信号量或共享存储区？</a:t>
            </a:r>
            <a:endParaRPr lang="en-US" altLang="zh-CN" sz="2200" b="1" dirty="0">
              <a:effectLst>
                <a:outerShdw blurRad="38100" dist="38100" dir="2700000" algn="tl">
                  <a:srgbClr val="000000"/>
                </a:outerShdw>
              </a:effectLst>
              <a:latin typeface="宋体" pitchFamily="2" charset="-122"/>
            </a:endParaRPr>
          </a:p>
        </p:txBody>
      </p:sp>
      <p:sp>
        <p:nvSpPr>
          <p:cNvPr id="9220" name="Line 4"/>
          <p:cNvSpPr>
            <a:spLocks noChangeShapeType="1"/>
          </p:cNvSpPr>
          <p:nvPr/>
        </p:nvSpPr>
        <p:spPr bwMode="auto">
          <a:xfrm>
            <a:off x="0" y="1143000"/>
            <a:ext cx="9144000" cy="0"/>
          </a:xfrm>
          <a:prstGeom prst="line">
            <a:avLst/>
          </a:prstGeom>
          <a:noFill/>
          <a:ln w="38100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9221" name="Line 5"/>
          <p:cNvSpPr>
            <a:spLocks noChangeShapeType="1"/>
          </p:cNvSpPr>
          <p:nvPr/>
        </p:nvSpPr>
        <p:spPr bwMode="auto">
          <a:xfrm>
            <a:off x="533400" y="0"/>
            <a:ext cx="0" cy="6858000"/>
          </a:xfrm>
          <a:prstGeom prst="line">
            <a:avLst/>
          </a:prstGeom>
          <a:noFill/>
          <a:ln w="38100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8" name="Rectangle 2"/>
          <p:cNvSpPr>
            <a:spLocks noGrp="1" noChangeArrowheads="1"/>
          </p:cNvSpPr>
          <p:nvPr>
            <p:ph type="title"/>
          </p:nvPr>
        </p:nvSpPr>
        <p:spPr>
          <a:xfrm>
            <a:off x="685800" y="511175"/>
            <a:ext cx="8207375" cy="541338"/>
          </a:xfrm>
          <a:extLst>
            <a:ext uri="{91240B29-F687-4F45-9708-019B960494DF}">
              <a14:hiddenLine xmlns:a14="http://schemas.microsoft.com/office/drawing/2010/main" w="9525" cap="flat" cmpd="sng">
                <a:solidFill>
                  <a:schemeClr val="tx1"/>
                </a:solidFill>
                <a:prstDash val="solid"/>
                <a:miter lim="800000"/>
                <a:headEnd/>
                <a:tailEnd/>
              </a14:hiddenLine>
            </a:ext>
          </a:extLst>
        </p:spPr>
        <p:txBody>
          <a:bodyPr lIns="97332" tIns="48667" rIns="97332" bIns="48667" anchor="t">
            <a:spAutoFit/>
          </a:bodyPr>
          <a:lstStyle/>
          <a:p>
            <a:pPr defTabSz="966788" eaLnBrk="1" hangingPunct="1">
              <a:lnSpc>
                <a:spcPct val="90000"/>
              </a:lnSpc>
              <a:defRPr/>
            </a:pPr>
            <a:r>
              <a:rPr lang="zh-CN" altLang="en-US" sz="32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华文新魏" pitchFamily="2" charset="-122"/>
                <a:ea typeface="华文新魏" pitchFamily="2" charset="-122"/>
              </a:rPr>
              <a:t>实验</a:t>
            </a:r>
            <a:r>
              <a:rPr lang="en-US" altLang="zh-CN" sz="32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华文新魏" pitchFamily="2" charset="-122"/>
                <a:ea typeface="华文新魏" pitchFamily="2" charset="-122"/>
              </a:rPr>
              <a:t>3</a:t>
            </a:r>
            <a:r>
              <a:rPr lang="zh-CN" altLang="en-US" sz="32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华文新魏" pitchFamily="2" charset="-122"/>
                <a:ea typeface="华文新魏" pitchFamily="2" charset="-122"/>
              </a:rPr>
              <a:t> 复杂</a:t>
            </a:r>
            <a:r>
              <a:rPr lang="en-US" altLang="zh-CN" sz="32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华文新魏" pitchFamily="2" charset="-122"/>
                <a:ea typeface="华文新魏" pitchFamily="2" charset="-122"/>
              </a:rPr>
              <a:t>PC</a:t>
            </a:r>
            <a:r>
              <a:rPr lang="zh-CN" altLang="en-US" sz="32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华文新魏" pitchFamily="2" charset="-122"/>
                <a:ea typeface="华文新魏" pitchFamily="2" charset="-122"/>
              </a:rPr>
              <a:t>问题</a:t>
            </a:r>
            <a:r>
              <a:rPr lang="en-US" altLang="zh-CN" sz="32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华文新魏" pitchFamily="2" charset="-122"/>
                <a:ea typeface="华文新魏" pitchFamily="2" charset="-122"/>
              </a:rPr>
              <a:t>——</a:t>
            </a:r>
            <a:r>
              <a:rPr lang="zh-CN" altLang="en-US" sz="32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华文新魏" pitchFamily="2" charset="-122"/>
                <a:ea typeface="华文新魏" pitchFamily="2" charset="-122"/>
              </a:rPr>
              <a:t>信号量与共享存储区</a:t>
            </a:r>
            <a:endParaRPr lang="zh-CN" altLang="en-US" sz="3200" b="1" dirty="0">
              <a:solidFill>
                <a:schemeClr val="tx1">
                  <a:lumMod val="85000"/>
                  <a:lumOff val="15000"/>
                </a:schemeClr>
              </a:solidFill>
              <a:latin typeface="Times New Roman" pitchFamily="18" charset="0"/>
              <a:ea typeface="华文新魏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39553952"/>
      </p:ext>
    </p:extLst>
  </p:cSld>
  <p:clrMapOvr>
    <a:masterClrMapping/>
  </p:clrMapOvr>
  <p:transition>
    <p:random/>
    <p:sndAc>
      <p:stSnd>
        <p:snd r:embed="rId2" name="projctor.wav"/>
      </p:stSnd>
    </p:sndAc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灯片编号占位符 6"/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ts val="300"/>
              </a:spcBef>
              <a:buClr>
                <a:srgbClr val="A04DA3"/>
              </a:buClr>
              <a:buFont typeface="Georgia" pitchFamily="18" charset="0"/>
              <a:buChar char="•"/>
              <a:defRPr sz="2800">
                <a:solidFill>
                  <a:schemeClr val="tx1"/>
                </a:solidFill>
                <a:latin typeface="Georgia" pitchFamily="18" charset="0"/>
              </a:defRPr>
            </a:lvl1pPr>
            <a:lvl2pPr marL="742950" indent="-285750">
              <a:spcBef>
                <a:spcPts val="300"/>
              </a:spcBef>
              <a:buClr>
                <a:schemeClr val="accent2"/>
              </a:buClr>
              <a:buFont typeface="Georgia" pitchFamily="18" charset="0"/>
              <a:buChar char="▫"/>
              <a:defRPr sz="2600">
                <a:solidFill>
                  <a:schemeClr val="accent2"/>
                </a:solidFill>
                <a:latin typeface="Georgia" pitchFamily="18" charset="0"/>
              </a:defRPr>
            </a:lvl2pPr>
            <a:lvl3pPr marL="1143000" indent="-228600">
              <a:spcBef>
                <a:spcPts val="300"/>
              </a:spcBef>
              <a:buClr>
                <a:schemeClr val="accent1"/>
              </a:buClr>
              <a:buFont typeface="Wingdings 2" pitchFamily="18" charset="2"/>
              <a:buChar char=""/>
              <a:defRPr sz="2400">
                <a:solidFill>
                  <a:schemeClr val="accent1"/>
                </a:solidFill>
                <a:latin typeface="Georgia" pitchFamily="18" charset="0"/>
              </a:defRPr>
            </a:lvl3pPr>
            <a:lvl4pPr marL="1600200" indent="-228600">
              <a:spcBef>
                <a:spcPts val="300"/>
              </a:spcBef>
              <a:buClr>
                <a:schemeClr val="accent1"/>
              </a:buClr>
              <a:buFont typeface="Wingdings 2" pitchFamily="18" charset="2"/>
              <a:buChar char=""/>
              <a:defRPr sz="2200">
                <a:solidFill>
                  <a:schemeClr val="accent1"/>
                </a:solidFill>
                <a:latin typeface="Georgia" pitchFamily="18" charset="0"/>
              </a:defRPr>
            </a:lvl4pPr>
            <a:lvl5pPr marL="2057400" indent="-228600">
              <a:spcBef>
                <a:spcPts val="300"/>
              </a:spcBef>
              <a:buClr>
                <a:srgbClr val="A04DA3"/>
              </a:buClr>
              <a:buFont typeface="Georgia" pitchFamily="18" charset="0"/>
              <a:buChar char="▫"/>
              <a:defRPr sz="2000">
                <a:solidFill>
                  <a:srgbClr val="A04DA3"/>
                </a:solidFill>
                <a:latin typeface="Georgia" pitchFamily="18" charset="0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rgbClr val="A04DA3"/>
              </a:buClr>
              <a:buFont typeface="Georgia" pitchFamily="18" charset="0"/>
              <a:buChar char="▫"/>
              <a:defRPr sz="2000">
                <a:solidFill>
                  <a:srgbClr val="A04DA3"/>
                </a:solidFill>
                <a:latin typeface="Georgia" pitchFamily="18" charset="0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rgbClr val="A04DA3"/>
              </a:buClr>
              <a:buFont typeface="Georgia" pitchFamily="18" charset="0"/>
              <a:buChar char="▫"/>
              <a:defRPr sz="2000">
                <a:solidFill>
                  <a:srgbClr val="A04DA3"/>
                </a:solidFill>
                <a:latin typeface="Georgia" pitchFamily="18" charset="0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rgbClr val="A04DA3"/>
              </a:buClr>
              <a:buFont typeface="Georgia" pitchFamily="18" charset="0"/>
              <a:buChar char="▫"/>
              <a:defRPr sz="2000">
                <a:solidFill>
                  <a:srgbClr val="A04DA3"/>
                </a:solidFill>
                <a:latin typeface="Georgia" pitchFamily="18" charset="0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rgbClr val="A04DA3"/>
              </a:buClr>
              <a:buFont typeface="Georgia" pitchFamily="18" charset="0"/>
              <a:buChar char="▫"/>
              <a:defRPr sz="2000">
                <a:solidFill>
                  <a:srgbClr val="A04DA3"/>
                </a:solidFill>
                <a:latin typeface="Georgia" pitchFamily="18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950E57A8-7A26-46E1-A64D-4F8647064810}" type="slidenum">
              <a:rPr lang="zh-CN" altLang="en-US" sz="1800" b="1">
                <a:solidFill>
                  <a:srgbClr val="FFFFFF"/>
                </a:solidFill>
                <a:latin typeface="Times New Roman" pitchFamily="18" charset="0"/>
              </a:rPr>
              <a:pPr>
                <a:spcBef>
                  <a:spcPct val="0"/>
                </a:spcBef>
                <a:buClrTx/>
                <a:buFontTx/>
                <a:buNone/>
              </a:pPr>
              <a:t>16</a:t>
            </a:fld>
            <a:endParaRPr lang="en-US" altLang="zh-CN" sz="1800" b="1">
              <a:solidFill>
                <a:srgbClr val="FFFFFF"/>
              </a:solidFill>
              <a:latin typeface="Times New Roman" pitchFamily="18" charset="0"/>
            </a:endParaRPr>
          </a:p>
        </p:txBody>
      </p:sp>
      <p:sp>
        <p:nvSpPr>
          <p:cNvPr id="552962" name="Rectangle 2"/>
          <p:cNvSpPr>
            <a:spLocks noGrp="1" noChangeArrowheads="1"/>
          </p:cNvSpPr>
          <p:nvPr>
            <p:ph type="title"/>
          </p:nvPr>
        </p:nvSpPr>
        <p:spPr>
          <a:xfrm>
            <a:off x="685800" y="511175"/>
            <a:ext cx="8134350" cy="541338"/>
          </a:xfrm>
          <a:extLst>
            <a:ext uri="{91240B29-F687-4F45-9708-019B960494DF}">
              <a14:hiddenLine xmlns:a14="http://schemas.microsoft.com/office/drawing/2010/main" w="9525" cap="flat" cmpd="sng">
                <a:solidFill>
                  <a:schemeClr val="tx1"/>
                </a:solidFill>
                <a:prstDash val="solid"/>
                <a:miter lim="800000"/>
                <a:headEnd/>
                <a:tailEnd/>
              </a14:hiddenLine>
            </a:ext>
          </a:extLst>
        </p:spPr>
        <p:txBody>
          <a:bodyPr lIns="97332" tIns="48667" rIns="97332" bIns="48667" anchor="t">
            <a:spAutoFit/>
          </a:bodyPr>
          <a:lstStyle/>
          <a:p>
            <a:pPr defTabSz="966788" eaLnBrk="1" hangingPunct="1">
              <a:lnSpc>
                <a:spcPct val="90000"/>
              </a:lnSpc>
              <a:defRPr/>
            </a:pPr>
            <a:r>
              <a:rPr lang="zh-CN" altLang="en-US" sz="3200" b="1" dirty="0">
                <a:solidFill>
                  <a:prstClr val="black">
                    <a:lumMod val="85000"/>
                    <a:lumOff val="15000"/>
                  </a:prstClr>
                </a:solidFill>
                <a:latin typeface="华文新魏" pitchFamily="2" charset="-122"/>
                <a:ea typeface="华文新魏" pitchFamily="2" charset="-122"/>
              </a:rPr>
              <a:t>实验</a:t>
            </a:r>
            <a:r>
              <a:rPr lang="en-US" altLang="zh-CN" sz="3200" b="1" dirty="0">
                <a:solidFill>
                  <a:prstClr val="black">
                    <a:lumMod val="85000"/>
                    <a:lumOff val="15000"/>
                  </a:prstClr>
                </a:solidFill>
                <a:latin typeface="华文新魏" pitchFamily="2" charset="-122"/>
                <a:ea typeface="华文新魏" pitchFamily="2" charset="-122"/>
              </a:rPr>
              <a:t>4</a:t>
            </a:r>
            <a:r>
              <a:rPr lang="zh-CN" altLang="en-US" sz="3200" b="1" dirty="0">
                <a:solidFill>
                  <a:prstClr val="black">
                    <a:lumMod val="85000"/>
                    <a:lumOff val="15000"/>
                  </a:prstClr>
                </a:solidFill>
                <a:latin typeface="华文新魏" pitchFamily="2" charset="-122"/>
                <a:ea typeface="华文新魏" pitchFamily="2" charset="-122"/>
              </a:rPr>
              <a:t>  请求分页内存管理的模拟</a:t>
            </a:r>
            <a:endParaRPr lang="zh-CN" altLang="en-US" sz="4800" b="1" dirty="0">
              <a:solidFill>
                <a:schemeClr val="tx1">
                  <a:lumMod val="85000"/>
                  <a:lumOff val="15000"/>
                </a:schemeClr>
              </a:solidFill>
              <a:latin typeface="Times New Roman" pitchFamily="18" charset="0"/>
              <a:ea typeface="华文新魏" pitchFamily="2" charset="-122"/>
            </a:endParaRPr>
          </a:p>
        </p:txBody>
      </p:sp>
      <p:sp>
        <p:nvSpPr>
          <p:cNvPr id="552963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762000" y="1798638"/>
            <a:ext cx="8077200" cy="3933825"/>
          </a:xfrm>
          <a:extLst>
            <a:ext uri="{91240B29-F687-4F45-9708-019B960494DF}">
              <a14:hiddenLine xmlns:a14="http://schemas.microsoft.com/office/drawing/2010/main" w="9525" cap="flat" cmpd="sng">
                <a:solidFill>
                  <a:schemeClr val="tx1"/>
                </a:solidFill>
                <a:prstDash val="solid"/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marL="457200" indent="-457200" algn="just" eaLnBrk="1" hangingPunct="1">
              <a:lnSpc>
                <a:spcPts val="5000"/>
              </a:lnSpc>
              <a:spcBef>
                <a:spcPct val="30000"/>
              </a:spcBef>
              <a:buClr>
                <a:schemeClr val="tx2"/>
              </a:buClr>
              <a:buSzPct val="75000"/>
              <a:buFont typeface="Wingdings" pitchFamily="2" charset="2"/>
              <a:buNone/>
              <a:defRPr/>
            </a:pPr>
            <a:r>
              <a:rPr lang="zh-CN" altLang="en-US" sz="2400" b="1" dirty="0">
                <a:latin typeface="宋体" pitchFamily="2" charset="-122"/>
              </a:rPr>
              <a:t>一、</a:t>
            </a:r>
            <a:r>
              <a:rPr lang="zh-CN" altLang="en-US" sz="2200" b="1" dirty="0">
                <a:latin typeface="宋体" pitchFamily="2" charset="-122"/>
              </a:rPr>
              <a:t>实验目的</a:t>
            </a:r>
            <a:endParaRPr lang="zh-CN" altLang="en-US" sz="2200" b="1" dirty="0">
              <a:latin typeface="宋体" pitchFamily="2" charset="-122"/>
              <a:cs typeface="Courier New" pitchFamily="49" charset="0"/>
            </a:endParaRPr>
          </a:p>
          <a:p>
            <a:pPr marL="457200" indent="-457200" algn="just" eaLnBrk="1" hangingPunct="1">
              <a:lnSpc>
                <a:spcPts val="5000"/>
              </a:lnSpc>
              <a:spcBef>
                <a:spcPct val="30000"/>
              </a:spcBef>
              <a:buClr>
                <a:schemeClr val="tx1"/>
              </a:buClr>
              <a:buSzPct val="75000"/>
              <a:buFont typeface="Wingdings" pitchFamily="2" charset="2"/>
              <a:buAutoNum type="arabicPeriod"/>
              <a:defRPr/>
            </a:pPr>
            <a:r>
              <a:rPr lang="zh-CN" altLang="en-US" sz="2200" b="1" dirty="0">
                <a:latin typeface="宋体" pitchFamily="2" charset="-122"/>
              </a:rPr>
              <a:t>掌握请求分页管理方式下的重定位过程</a:t>
            </a:r>
          </a:p>
          <a:p>
            <a:pPr marL="457200" indent="-457200" algn="just" eaLnBrk="1" hangingPunct="1">
              <a:lnSpc>
                <a:spcPts val="5000"/>
              </a:lnSpc>
              <a:spcBef>
                <a:spcPct val="30000"/>
              </a:spcBef>
              <a:buClr>
                <a:schemeClr val="tx1"/>
              </a:buClr>
              <a:buSzPct val="75000"/>
              <a:buFont typeface="Wingdings" pitchFamily="2" charset="2"/>
              <a:buAutoNum type="arabicPeriod"/>
              <a:defRPr/>
            </a:pPr>
            <a:r>
              <a:rPr lang="zh-CN" altLang="en-US" sz="2200" b="1" dirty="0">
                <a:latin typeface="宋体" pitchFamily="2" charset="-122"/>
              </a:rPr>
              <a:t>加深对页面调度算法的理解</a:t>
            </a:r>
            <a:endParaRPr lang="en-US" altLang="zh-CN" sz="2200" b="1" dirty="0">
              <a:latin typeface="宋体" pitchFamily="2" charset="-122"/>
            </a:endParaRPr>
          </a:p>
          <a:p>
            <a:pPr marL="0" indent="0" algn="just" eaLnBrk="1" hangingPunct="1">
              <a:lnSpc>
                <a:spcPts val="5000"/>
              </a:lnSpc>
              <a:spcBef>
                <a:spcPct val="30000"/>
              </a:spcBef>
              <a:buClr>
                <a:schemeClr val="tx1"/>
              </a:buClr>
              <a:buSzPct val="75000"/>
              <a:buFont typeface="Georgia" pitchFamily="18" charset="0"/>
              <a:buNone/>
              <a:defRPr/>
            </a:pPr>
            <a:r>
              <a:rPr lang="zh-CN" altLang="en-US" sz="2200" b="1" dirty="0">
                <a:latin typeface="宋体" pitchFamily="2" charset="-122"/>
              </a:rPr>
              <a:t>二、实验环境</a:t>
            </a:r>
            <a:endParaRPr lang="zh-CN" altLang="en-US" sz="2200" b="1" dirty="0">
              <a:latin typeface="宋体" pitchFamily="2" charset="-122"/>
              <a:cs typeface="Courier New" pitchFamily="49" charset="0"/>
            </a:endParaRPr>
          </a:p>
          <a:p>
            <a:pPr marL="457200" indent="-457200" algn="just" eaLnBrk="1" hangingPunct="1">
              <a:lnSpc>
                <a:spcPts val="5000"/>
              </a:lnSpc>
              <a:spcBef>
                <a:spcPct val="30000"/>
              </a:spcBef>
              <a:buClr>
                <a:schemeClr val="tx1"/>
              </a:buClr>
              <a:buSzPct val="75000"/>
              <a:buFont typeface="Wingdings" pitchFamily="2" charset="2"/>
              <a:buAutoNum type="arabicPeriod"/>
              <a:defRPr/>
            </a:pPr>
            <a:r>
              <a:rPr lang="en-US" altLang="zh-CN" sz="2200" b="1" dirty="0">
                <a:latin typeface="宋体" pitchFamily="2" charset="-122"/>
              </a:rPr>
              <a:t>Ubuntu 12.4</a:t>
            </a:r>
            <a:r>
              <a:rPr lang="zh-CN" altLang="en-US" sz="2200" b="1" dirty="0">
                <a:latin typeface="宋体" pitchFamily="2" charset="-122"/>
              </a:rPr>
              <a:t>（</a:t>
            </a:r>
            <a:r>
              <a:rPr lang="en-US" altLang="zh-CN" sz="2200" b="1" dirty="0">
                <a:latin typeface="宋体" pitchFamily="2" charset="-122"/>
              </a:rPr>
              <a:t>32</a:t>
            </a:r>
            <a:r>
              <a:rPr lang="zh-CN" altLang="en-US" sz="2200" b="1" dirty="0">
                <a:latin typeface="宋体" pitchFamily="2" charset="-122"/>
              </a:rPr>
              <a:t>位，简体中文）</a:t>
            </a:r>
            <a:endParaRPr lang="zh-CN" altLang="en-US" sz="2200" b="1" dirty="0">
              <a:latin typeface="宋体" pitchFamily="2" charset="-122"/>
              <a:cs typeface="Courier New" pitchFamily="49" charset="0"/>
            </a:endParaRPr>
          </a:p>
        </p:txBody>
      </p:sp>
      <p:sp>
        <p:nvSpPr>
          <p:cNvPr id="7173" name="Line 4"/>
          <p:cNvSpPr>
            <a:spLocks noChangeShapeType="1"/>
          </p:cNvSpPr>
          <p:nvPr/>
        </p:nvSpPr>
        <p:spPr bwMode="auto">
          <a:xfrm>
            <a:off x="0" y="1143000"/>
            <a:ext cx="9144000" cy="0"/>
          </a:xfrm>
          <a:prstGeom prst="line">
            <a:avLst/>
          </a:prstGeom>
          <a:noFill/>
          <a:ln w="38100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7174" name="Line 5"/>
          <p:cNvSpPr>
            <a:spLocks noChangeShapeType="1"/>
          </p:cNvSpPr>
          <p:nvPr/>
        </p:nvSpPr>
        <p:spPr bwMode="auto">
          <a:xfrm>
            <a:off x="533400" y="0"/>
            <a:ext cx="0" cy="6858000"/>
          </a:xfrm>
          <a:prstGeom prst="line">
            <a:avLst/>
          </a:prstGeom>
          <a:noFill/>
          <a:ln w="38100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90537587"/>
      </p:ext>
    </p:extLst>
  </p:cSld>
  <p:clrMapOvr>
    <a:masterClrMapping/>
  </p:clrMapOvr>
  <p:transition>
    <p:random/>
    <p:sndAc>
      <p:stSnd>
        <p:snd r:embed="rId2" name="projctor.wav"/>
      </p:stSnd>
    </p:sndAc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灯片编号占位符 6"/>
          <p:cNvSpPr>
            <a:spLocks noGrp="1"/>
          </p:cNvSpPr>
          <p:nvPr>
            <p:ph type="sldNum" sz="quarter" idx="12"/>
          </p:nvPr>
        </p:nvSpPr>
        <p:spPr bwMode="auto"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ts val="300"/>
              </a:spcBef>
              <a:buClr>
                <a:srgbClr val="A04DA3"/>
              </a:buClr>
              <a:buFont typeface="Georgia" pitchFamily="18" charset="0"/>
              <a:buChar char="•"/>
              <a:defRPr sz="2800">
                <a:solidFill>
                  <a:schemeClr val="tx1"/>
                </a:solidFill>
                <a:latin typeface="Georgia" pitchFamily="18" charset="0"/>
              </a:defRPr>
            </a:lvl1pPr>
            <a:lvl2pPr marL="742950" indent="-285750">
              <a:spcBef>
                <a:spcPts val="300"/>
              </a:spcBef>
              <a:buClr>
                <a:schemeClr val="accent2"/>
              </a:buClr>
              <a:buFont typeface="Georgia" pitchFamily="18" charset="0"/>
              <a:buChar char="▫"/>
              <a:defRPr sz="2600">
                <a:solidFill>
                  <a:schemeClr val="accent2"/>
                </a:solidFill>
                <a:latin typeface="Georgia" pitchFamily="18" charset="0"/>
              </a:defRPr>
            </a:lvl2pPr>
            <a:lvl3pPr marL="1143000" indent="-228600">
              <a:spcBef>
                <a:spcPts val="300"/>
              </a:spcBef>
              <a:buClr>
                <a:schemeClr val="accent1"/>
              </a:buClr>
              <a:buFont typeface="Wingdings 2" pitchFamily="18" charset="2"/>
              <a:buChar char=""/>
              <a:defRPr sz="2400">
                <a:solidFill>
                  <a:schemeClr val="accent1"/>
                </a:solidFill>
                <a:latin typeface="Georgia" pitchFamily="18" charset="0"/>
              </a:defRPr>
            </a:lvl3pPr>
            <a:lvl4pPr marL="1600200" indent="-228600">
              <a:spcBef>
                <a:spcPts val="300"/>
              </a:spcBef>
              <a:buClr>
                <a:schemeClr val="accent1"/>
              </a:buClr>
              <a:buFont typeface="Wingdings 2" pitchFamily="18" charset="2"/>
              <a:buChar char=""/>
              <a:defRPr sz="2200">
                <a:solidFill>
                  <a:schemeClr val="accent1"/>
                </a:solidFill>
                <a:latin typeface="Georgia" pitchFamily="18" charset="0"/>
              </a:defRPr>
            </a:lvl4pPr>
            <a:lvl5pPr marL="2057400" indent="-228600">
              <a:spcBef>
                <a:spcPts val="300"/>
              </a:spcBef>
              <a:buClr>
                <a:srgbClr val="A04DA3"/>
              </a:buClr>
              <a:buFont typeface="Georgia" pitchFamily="18" charset="0"/>
              <a:buChar char="▫"/>
              <a:defRPr sz="2000">
                <a:solidFill>
                  <a:srgbClr val="A04DA3"/>
                </a:solidFill>
                <a:latin typeface="Georgia" pitchFamily="18" charset="0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rgbClr val="A04DA3"/>
              </a:buClr>
              <a:buFont typeface="Georgia" pitchFamily="18" charset="0"/>
              <a:buChar char="▫"/>
              <a:defRPr sz="2000">
                <a:solidFill>
                  <a:srgbClr val="A04DA3"/>
                </a:solidFill>
                <a:latin typeface="Georgia" pitchFamily="18" charset="0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rgbClr val="A04DA3"/>
              </a:buClr>
              <a:buFont typeface="Georgia" pitchFamily="18" charset="0"/>
              <a:buChar char="▫"/>
              <a:defRPr sz="2000">
                <a:solidFill>
                  <a:srgbClr val="A04DA3"/>
                </a:solidFill>
                <a:latin typeface="Georgia" pitchFamily="18" charset="0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rgbClr val="A04DA3"/>
              </a:buClr>
              <a:buFont typeface="Georgia" pitchFamily="18" charset="0"/>
              <a:buChar char="▫"/>
              <a:defRPr sz="2000">
                <a:solidFill>
                  <a:srgbClr val="A04DA3"/>
                </a:solidFill>
                <a:latin typeface="Georgia" pitchFamily="18" charset="0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rgbClr val="A04DA3"/>
              </a:buClr>
              <a:buFont typeface="Georgia" pitchFamily="18" charset="0"/>
              <a:buChar char="▫"/>
              <a:defRPr sz="2000">
                <a:solidFill>
                  <a:srgbClr val="A04DA3"/>
                </a:solidFill>
                <a:latin typeface="Georgia" pitchFamily="18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66DC0B84-1654-4F93-816D-D6371AAE90DA}" type="slidenum">
              <a:rPr lang="zh-CN" altLang="en-US" sz="1800">
                <a:solidFill>
                  <a:srgbClr val="FFFF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</a:rPr>
              <a:pPr>
                <a:spcBef>
                  <a:spcPct val="0"/>
                </a:spcBef>
                <a:buClrTx/>
                <a:buFontTx/>
                <a:buNone/>
              </a:pPr>
              <a:t>17</a:t>
            </a:fld>
            <a:endParaRPr lang="en-US" altLang="zh-CN" sz="1800">
              <a:solidFill>
                <a:srgbClr val="FFFFFF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Times New Roman" pitchFamily="18" charset="0"/>
            </a:endParaRPr>
          </a:p>
        </p:txBody>
      </p:sp>
      <p:sp>
        <p:nvSpPr>
          <p:cNvPr id="552962" name="Rectangle 2"/>
          <p:cNvSpPr>
            <a:spLocks noGrp="1" noChangeArrowheads="1"/>
          </p:cNvSpPr>
          <p:nvPr>
            <p:ph type="title"/>
          </p:nvPr>
        </p:nvSpPr>
        <p:spPr>
          <a:xfrm>
            <a:off x="685800" y="511175"/>
            <a:ext cx="8062913" cy="541338"/>
          </a:xfrm>
          <a:extLst>
            <a:ext uri="{91240B29-F687-4F45-9708-019B960494DF}">
              <a14:hiddenLine xmlns:a14="http://schemas.microsoft.com/office/drawing/2010/main" w="9525" cap="flat" cmpd="sng">
                <a:solidFill>
                  <a:schemeClr val="tx1"/>
                </a:solidFill>
                <a:prstDash val="solid"/>
                <a:miter lim="800000"/>
                <a:headEnd/>
                <a:tailEnd/>
              </a14:hiddenLine>
            </a:ext>
          </a:extLst>
        </p:spPr>
        <p:txBody>
          <a:bodyPr lIns="97332" tIns="48667" rIns="97332" bIns="48667" anchor="t">
            <a:spAutoFit/>
          </a:bodyPr>
          <a:lstStyle/>
          <a:p>
            <a:pPr defTabSz="966788" eaLnBrk="1" hangingPunct="1">
              <a:lnSpc>
                <a:spcPct val="90000"/>
              </a:lnSpc>
              <a:defRPr/>
            </a:pPr>
            <a:r>
              <a:rPr lang="zh-CN" altLang="en-US" sz="3200" b="1" dirty="0">
                <a:solidFill>
                  <a:prstClr val="black">
                    <a:lumMod val="85000"/>
                    <a:lumOff val="15000"/>
                  </a:prst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华文新魏" pitchFamily="2" charset="-122"/>
                <a:ea typeface="华文新魏" pitchFamily="2" charset="-122"/>
              </a:rPr>
              <a:t>实验</a:t>
            </a:r>
            <a:r>
              <a:rPr lang="en-US" altLang="zh-CN" sz="3200" b="1" dirty="0">
                <a:solidFill>
                  <a:prstClr val="black">
                    <a:lumMod val="85000"/>
                    <a:lumOff val="15000"/>
                  </a:prst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华文新魏" pitchFamily="2" charset="-122"/>
                <a:ea typeface="华文新魏" pitchFamily="2" charset="-122"/>
              </a:rPr>
              <a:t>4</a:t>
            </a:r>
            <a:r>
              <a:rPr lang="zh-CN" altLang="en-US" sz="3200" b="1" dirty="0">
                <a:solidFill>
                  <a:prstClr val="black">
                    <a:lumMod val="85000"/>
                    <a:lumOff val="15000"/>
                  </a:prst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华文新魏" pitchFamily="2" charset="-122"/>
                <a:ea typeface="华文新魏" pitchFamily="2" charset="-122"/>
              </a:rPr>
              <a:t>  请求分页内存管理的模拟</a:t>
            </a:r>
            <a:endParaRPr lang="zh-CN" altLang="en-US" sz="4800" b="1" dirty="0">
              <a:solidFill>
                <a:schemeClr val="tx1">
                  <a:lumMod val="85000"/>
                  <a:lumOff val="1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itchFamily="18" charset="0"/>
              <a:ea typeface="华文新魏" pitchFamily="2" charset="-122"/>
            </a:endParaRPr>
          </a:p>
        </p:txBody>
      </p:sp>
      <p:sp>
        <p:nvSpPr>
          <p:cNvPr id="552963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755650" y="1557338"/>
            <a:ext cx="7848600" cy="4824412"/>
          </a:xfrm>
          <a:extLst>
            <a:ext uri="{91240B29-F687-4F45-9708-019B960494DF}">
              <a14:hiddenLine xmlns:a14="http://schemas.microsoft.com/office/drawing/2010/main" w="9525" cap="flat" cmpd="sng">
                <a:solidFill>
                  <a:schemeClr val="tx1"/>
                </a:solidFill>
                <a:prstDash val="solid"/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marL="457200" indent="-457200" algn="just" eaLnBrk="1" hangingPunct="1">
              <a:lnSpc>
                <a:spcPts val="4200"/>
              </a:lnSpc>
              <a:spcBef>
                <a:spcPct val="30000"/>
              </a:spcBef>
              <a:buClr>
                <a:schemeClr val="tx2"/>
              </a:buClr>
              <a:buSzPct val="75000"/>
              <a:buFont typeface="Wingdings" pitchFamily="2" charset="2"/>
              <a:buNone/>
              <a:defRPr/>
            </a:pPr>
            <a:r>
              <a:rPr lang="zh-CN" altLang="en-US" sz="2400" b="1" dirty="0">
                <a:latin typeface="Times New Roman" pitchFamily="18" charset="0"/>
                <a:cs typeface="Times New Roman" pitchFamily="18" charset="0"/>
              </a:rPr>
              <a:t>三、</a:t>
            </a:r>
            <a:r>
              <a:rPr lang="zh-CN" altLang="en-US" sz="2200" b="1" dirty="0">
                <a:latin typeface="Times New Roman" pitchFamily="18" charset="0"/>
                <a:cs typeface="Times New Roman" pitchFamily="18" charset="0"/>
              </a:rPr>
              <a:t>实验内容</a:t>
            </a:r>
          </a:p>
          <a:p>
            <a:pPr marL="457200" indent="-457200" algn="just" eaLnBrk="1" hangingPunct="1">
              <a:lnSpc>
                <a:spcPts val="4200"/>
              </a:lnSpc>
              <a:spcBef>
                <a:spcPct val="30000"/>
              </a:spcBef>
              <a:buClr>
                <a:schemeClr val="tx1"/>
              </a:buClr>
              <a:buSzPct val="100000"/>
              <a:buFont typeface="Wingdings" pitchFamily="2" charset="2"/>
              <a:buAutoNum type="arabicPeriod"/>
              <a:defRPr/>
            </a:pPr>
            <a:r>
              <a:rPr lang="zh-CN" altLang="en-US" sz="2200" b="1" dirty="0">
                <a:latin typeface="Times New Roman" pitchFamily="18" charset="0"/>
                <a:cs typeface="Times New Roman" pitchFamily="18" charset="0"/>
              </a:rPr>
              <a:t>定义下列数据结构：</a:t>
            </a:r>
            <a:endParaRPr lang="en-US" altLang="zh-CN" sz="2200" b="1" dirty="0">
              <a:latin typeface="Times New Roman" pitchFamily="18" charset="0"/>
              <a:cs typeface="Times New Roman" pitchFamily="18" charset="0"/>
            </a:endParaRPr>
          </a:p>
          <a:p>
            <a:pPr marL="901700" indent="-342900" algn="just" eaLnBrk="1" hangingPunct="1">
              <a:lnSpc>
                <a:spcPts val="4200"/>
              </a:lnSpc>
              <a:spcBef>
                <a:spcPct val="30000"/>
              </a:spcBef>
              <a:buClr>
                <a:schemeClr val="tx1"/>
              </a:buClr>
              <a:buSzPct val="100000"/>
              <a:buFont typeface="Wingdings" pitchFamily="2" charset="2"/>
              <a:buChar char="Ø"/>
              <a:defRPr/>
            </a:pPr>
            <a:r>
              <a:rPr lang="zh-CN" altLang="en-US" sz="2000" b="1" dirty="0">
                <a:latin typeface="Times New Roman" pitchFamily="18" charset="0"/>
                <a:cs typeface="Times New Roman" pitchFamily="18" charset="0"/>
              </a:rPr>
              <a:t>页表项（</a:t>
            </a:r>
            <a:r>
              <a:rPr lang="en-US" altLang="zh-CN" sz="2000" b="1" dirty="0" err="1">
                <a:latin typeface="Times New Roman" pitchFamily="18" charset="0"/>
                <a:cs typeface="Times New Roman" pitchFamily="18" charset="0"/>
              </a:rPr>
              <a:t>struct</a:t>
            </a:r>
            <a:r>
              <a:rPr lang="en-US" altLang="zh-CN" sz="2000" b="1" dirty="0">
                <a:latin typeface="Times New Roman" pitchFamily="18" charset="0"/>
                <a:cs typeface="Times New Roman" pitchFamily="18" charset="0"/>
              </a:rPr>
              <a:t> Page</a:t>
            </a:r>
            <a:r>
              <a:rPr lang="zh-CN" altLang="en-US" sz="2000" b="1" dirty="0">
                <a:latin typeface="Times New Roman" pitchFamily="18" charset="0"/>
                <a:cs typeface="Times New Roman" pitchFamily="18" charset="0"/>
              </a:rPr>
              <a:t>）</a:t>
            </a:r>
            <a:r>
              <a:rPr lang="en-US" altLang="zh-CN" sz="2000" b="1" dirty="0">
                <a:latin typeface="Times New Roman" pitchFamily="18" charset="0"/>
                <a:cs typeface="Times New Roman" pitchFamily="18" charset="0"/>
              </a:rPr>
              <a:t>——</a:t>
            </a:r>
            <a:r>
              <a:rPr lang="zh-CN" altLang="en-US" sz="2000" b="1" dirty="0">
                <a:latin typeface="Times New Roman" pitchFamily="18" charset="0"/>
                <a:cs typeface="Times New Roman" pitchFamily="18" charset="0"/>
              </a:rPr>
              <a:t>包含页号（</a:t>
            </a:r>
            <a:r>
              <a:rPr lang="en-US" altLang="zh-CN" sz="2000" b="1" dirty="0" err="1">
                <a:latin typeface="Times New Roman" pitchFamily="18" charset="0"/>
                <a:cs typeface="Times New Roman" pitchFamily="18" charset="0"/>
              </a:rPr>
              <a:t>pNo</a:t>
            </a:r>
            <a:r>
              <a:rPr lang="zh-CN" altLang="en-US" sz="2000" b="1" dirty="0">
                <a:latin typeface="Times New Roman" pitchFamily="18" charset="0"/>
                <a:cs typeface="Times New Roman" pitchFamily="18" charset="0"/>
              </a:rPr>
              <a:t>）、块号（</a:t>
            </a:r>
            <a:r>
              <a:rPr lang="en-US" altLang="zh-CN" sz="2000" b="1" dirty="0" err="1">
                <a:latin typeface="Times New Roman" pitchFamily="18" charset="0"/>
                <a:cs typeface="Times New Roman" pitchFamily="18" charset="0"/>
              </a:rPr>
              <a:t>bNo</a:t>
            </a:r>
            <a:r>
              <a:rPr lang="zh-CN" altLang="en-US" sz="2000" b="1" dirty="0">
                <a:latin typeface="Times New Roman" pitchFamily="18" charset="0"/>
                <a:cs typeface="Times New Roman" pitchFamily="18" charset="0"/>
              </a:rPr>
              <a:t>）、中断位（</a:t>
            </a:r>
            <a:r>
              <a:rPr lang="en-US" altLang="zh-CN" sz="2000" b="1" dirty="0">
                <a:latin typeface="Times New Roman" pitchFamily="18" charset="0"/>
                <a:cs typeface="Times New Roman" pitchFamily="18" charset="0"/>
              </a:rPr>
              <a:t>P</a:t>
            </a:r>
            <a:r>
              <a:rPr lang="zh-CN" altLang="en-US" sz="2000" b="1" dirty="0">
                <a:latin typeface="Times New Roman" pitchFamily="18" charset="0"/>
                <a:cs typeface="Times New Roman" pitchFamily="18" charset="0"/>
              </a:rPr>
              <a:t>）、访问位（</a:t>
            </a:r>
            <a:r>
              <a:rPr lang="en-US" altLang="zh-CN" sz="2000" b="1" dirty="0">
                <a:latin typeface="Times New Roman" pitchFamily="18" charset="0"/>
                <a:cs typeface="Times New Roman" pitchFamily="18" charset="0"/>
              </a:rPr>
              <a:t>A</a:t>
            </a:r>
            <a:r>
              <a:rPr lang="zh-CN" altLang="en-US" sz="2000" b="1" dirty="0">
                <a:latin typeface="Times New Roman" pitchFamily="18" charset="0"/>
                <a:cs typeface="Times New Roman" pitchFamily="18" charset="0"/>
              </a:rPr>
              <a:t>）。</a:t>
            </a:r>
            <a:endParaRPr lang="en-US" altLang="zh-CN" sz="2000" b="1" dirty="0">
              <a:latin typeface="Times New Roman" pitchFamily="18" charset="0"/>
              <a:cs typeface="Times New Roman" pitchFamily="18" charset="0"/>
            </a:endParaRPr>
          </a:p>
          <a:p>
            <a:pPr marL="901700" indent="-342900" algn="just" eaLnBrk="1" hangingPunct="1">
              <a:lnSpc>
                <a:spcPts val="4200"/>
              </a:lnSpc>
              <a:spcBef>
                <a:spcPct val="30000"/>
              </a:spcBef>
              <a:buClr>
                <a:schemeClr val="tx1"/>
              </a:buClr>
              <a:buSzPct val="100000"/>
              <a:buFont typeface="Wingdings" pitchFamily="2" charset="2"/>
              <a:buChar char="Ø"/>
              <a:defRPr/>
            </a:pPr>
            <a:r>
              <a:rPr lang="zh-CN" altLang="en-US" sz="2000" b="1" dirty="0">
                <a:latin typeface="Times New Roman" pitchFamily="18" charset="0"/>
                <a:cs typeface="Times New Roman" pitchFamily="18" charset="0"/>
              </a:rPr>
              <a:t>简化的进程控制块（</a:t>
            </a:r>
            <a:r>
              <a:rPr lang="en-US" altLang="zh-CN" sz="2000" b="1" dirty="0" err="1">
                <a:latin typeface="Times New Roman" pitchFamily="18" charset="0"/>
                <a:cs typeface="Times New Roman" pitchFamily="18" charset="0"/>
              </a:rPr>
              <a:t>struct</a:t>
            </a:r>
            <a:r>
              <a:rPr lang="en-US" altLang="zh-CN" sz="2000" b="1" dirty="0">
                <a:latin typeface="Times New Roman" pitchFamily="18" charset="0"/>
                <a:cs typeface="Times New Roman" pitchFamily="18" charset="0"/>
              </a:rPr>
              <a:t> PCB</a:t>
            </a:r>
            <a:r>
              <a:rPr lang="zh-CN" altLang="en-US" sz="2000" b="1" dirty="0">
                <a:latin typeface="Times New Roman" pitchFamily="18" charset="0"/>
                <a:cs typeface="Times New Roman" pitchFamily="18" charset="0"/>
              </a:rPr>
              <a:t>）</a:t>
            </a:r>
            <a:r>
              <a:rPr lang="en-US" altLang="zh-CN" sz="2000" b="1" dirty="0">
                <a:latin typeface="Times New Roman" pitchFamily="18" charset="0"/>
                <a:cs typeface="Times New Roman" pitchFamily="18" charset="0"/>
              </a:rPr>
              <a:t>——</a:t>
            </a:r>
            <a:r>
              <a:rPr lang="zh-CN" altLang="en-US" sz="2000" b="1" dirty="0">
                <a:latin typeface="Times New Roman" pitchFamily="18" charset="0"/>
                <a:cs typeface="Times New Roman" pitchFamily="18" charset="0"/>
              </a:rPr>
              <a:t>包含页表头指针（</a:t>
            </a:r>
            <a:r>
              <a:rPr lang="en-US" altLang="zh-CN" sz="2000" b="1" dirty="0" err="1">
                <a:latin typeface="Times New Roman" pitchFamily="18" charset="0"/>
                <a:cs typeface="Times New Roman" pitchFamily="18" charset="0"/>
              </a:rPr>
              <a:t>pHead</a:t>
            </a:r>
            <a:r>
              <a:rPr lang="zh-CN" altLang="en-US" sz="2000" b="1" dirty="0">
                <a:latin typeface="Times New Roman" pitchFamily="18" charset="0"/>
                <a:cs typeface="Times New Roman" pitchFamily="18" charset="0"/>
              </a:rPr>
              <a:t>）、页表限长（</a:t>
            </a:r>
            <a:r>
              <a:rPr lang="en-US" altLang="zh-CN" sz="2000" b="1" dirty="0" err="1">
                <a:latin typeface="Times New Roman" pitchFamily="18" charset="0"/>
                <a:cs typeface="Times New Roman" pitchFamily="18" charset="0"/>
              </a:rPr>
              <a:t>pCount</a:t>
            </a:r>
            <a:r>
              <a:rPr lang="zh-CN" altLang="en-US" sz="2000" b="1" dirty="0">
                <a:latin typeface="Times New Roman" pitchFamily="18" charset="0"/>
                <a:cs typeface="Times New Roman" pitchFamily="18" charset="0"/>
              </a:rPr>
              <a:t>）。</a:t>
            </a:r>
            <a:endParaRPr lang="en-US" altLang="zh-CN" sz="2000" b="1" dirty="0">
              <a:latin typeface="Times New Roman" pitchFamily="18" charset="0"/>
              <a:cs typeface="Times New Roman" pitchFamily="18" charset="0"/>
            </a:endParaRPr>
          </a:p>
          <a:p>
            <a:pPr marL="901700" indent="-342900" algn="just" eaLnBrk="1" hangingPunct="1">
              <a:lnSpc>
                <a:spcPts val="4200"/>
              </a:lnSpc>
              <a:spcBef>
                <a:spcPct val="30000"/>
              </a:spcBef>
              <a:buClr>
                <a:schemeClr val="tx1"/>
              </a:buClr>
              <a:buSzPct val="100000"/>
              <a:buFont typeface="Wingdings" pitchFamily="2" charset="2"/>
              <a:buChar char="Ø"/>
              <a:defRPr/>
            </a:pPr>
            <a:r>
              <a:rPr lang="zh-CN" altLang="en-US" sz="2000" b="1" dirty="0">
                <a:latin typeface="Times New Roman" pitchFamily="18" charset="0"/>
                <a:cs typeface="Times New Roman" pitchFamily="18" charset="0"/>
              </a:rPr>
              <a:t>页队列结点（</a:t>
            </a:r>
            <a:r>
              <a:rPr lang="en-US" altLang="zh-CN" sz="2000" b="1" dirty="0" err="1">
                <a:latin typeface="Times New Roman" pitchFamily="18" charset="0"/>
                <a:cs typeface="Times New Roman" pitchFamily="18" charset="0"/>
              </a:rPr>
              <a:t>struct</a:t>
            </a:r>
            <a:r>
              <a:rPr lang="en-US" altLang="zh-CN" sz="2000" b="1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2000" b="1" dirty="0" err="1">
                <a:latin typeface="Times New Roman" pitchFamily="18" charset="0"/>
                <a:cs typeface="Times New Roman" pitchFamily="18" charset="0"/>
              </a:rPr>
              <a:t>PQNode</a:t>
            </a:r>
            <a:r>
              <a:rPr lang="zh-CN" altLang="en-US" sz="2000" b="1" dirty="0">
                <a:latin typeface="Times New Roman" pitchFamily="18" charset="0"/>
                <a:cs typeface="Times New Roman" pitchFamily="18" charset="0"/>
              </a:rPr>
              <a:t>）</a:t>
            </a:r>
            <a:r>
              <a:rPr lang="en-US" altLang="zh-CN" sz="2000" b="1" dirty="0">
                <a:latin typeface="Times New Roman" pitchFamily="18" charset="0"/>
                <a:cs typeface="Times New Roman" pitchFamily="18" charset="0"/>
              </a:rPr>
              <a:t>——</a:t>
            </a:r>
            <a:r>
              <a:rPr lang="zh-CN" altLang="en-US" sz="2000" b="1" dirty="0">
                <a:latin typeface="Times New Roman" pitchFamily="18" charset="0"/>
                <a:cs typeface="Times New Roman" pitchFamily="18" charset="0"/>
              </a:rPr>
              <a:t>包含页表项指针（</a:t>
            </a:r>
            <a:r>
              <a:rPr lang="en-US" altLang="zh-CN" sz="2000" b="1" dirty="0">
                <a:latin typeface="Times New Roman" pitchFamily="18" charset="0"/>
                <a:cs typeface="Times New Roman" pitchFamily="18" charset="0"/>
              </a:rPr>
              <a:t>page</a:t>
            </a:r>
            <a:r>
              <a:rPr lang="zh-CN" altLang="en-US" sz="2000" b="1" dirty="0">
                <a:latin typeface="Times New Roman" pitchFamily="18" charset="0"/>
                <a:cs typeface="Times New Roman" pitchFamily="18" charset="0"/>
              </a:rPr>
              <a:t>）、向前指针（</a:t>
            </a:r>
            <a:r>
              <a:rPr lang="en-US" altLang="zh-CN" sz="2000" b="1" dirty="0">
                <a:latin typeface="Times New Roman" pitchFamily="18" charset="0"/>
                <a:cs typeface="Times New Roman" pitchFamily="18" charset="0"/>
              </a:rPr>
              <a:t>pre</a:t>
            </a:r>
            <a:r>
              <a:rPr lang="zh-CN" altLang="en-US" sz="2000" b="1" dirty="0">
                <a:latin typeface="Times New Roman" pitchFamily="18" charset="0"/>
                <a:cs typeface="Times New Roman" pitchFamily="18" charset="0"/>
              </a:rPr>
              <a:t>）、向后指针（</a:t>
            </a:r>
            <a:r>
              <a:rPr lang="en-US" altLang="zh-CN" sz="2000" b="1" dirty="0">
                <a:latin typeface="Times New Roman" pitchFamily="18" charset="0"/>
                <a:cs typeface="Times New Roman" pitchFamily="18" charset="0"/>
              </a:rPr>
              <a:t>next</a:t>
            </a:r>
            <a:r>
              <a:rPr lang="zh-CN" altLang="en-US" sz="2000" b="1" dirty="0">
                <a:latin typeface="Times New Roman" pitchFamily="18" charset="0"/>
                <a:cs typeface="Times New Roman" pitchFamily="18" charset="0"/>
              </a:rPr>
              <a:t>）。</a:t>
            </a:r>
            <a:endParaRPr lang="en-US" altLang="zh-CN" sz="2000" b="1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6149" name="Line 4"/>
          <p:cNvSpPr>
            <a:spLocks noChangeShapeType="1"/>
          </p:cNvSpPr>
          <p:nvPr/>
        </p:nvSpPr>
        <p:spPr bwMode="auto">
          <a:xfrm>
            <a:off x="0" y="1143000"/>
            <a:ext cx="9144000" cy="0"/>
          </a:xfrm>
          <a:prstGeom prst="line">
            <a:avLst/>
          </a:prstGeom>
          <a:noFill/>
          <a:ln w="38100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pPr eaLnBrk="1" hangingPunct="1">
              <a:defRPr/>
            </a:pPr>
            <a:endParaRPr lang="zh-CN" altLang="en-US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6150" name="Line 5"/>
          <p:cNvSpPr>
            <a:spLocks noChangeShapeType="1"/>
          </p:cNvSpPr>
          <p:nvPr/>
        </p:nvSpPr>
        <p:spPr bwMode="auto">
          <a:xfrm>
            <a:off x="533400" y="0"/>
            <a:ext cx="0" cy="6858000"/>
          </a:xfrm>
          <a:prstGeom prst="line">
            <a:avLst/>
          </a:prstGeom>
          <a:noFill/>
          <a:ln w="38100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pPr eaLnBrk="1" hangingPunct="1">
              <a:defRPr/>
            </a:pPr>
            <a:endParaRPr lang="zh-CN" altLang="en-US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1731027594"/>
      </p:ext>
    </p:extLst>
  </p:cSld>
  <p:clrMapOvr>
    <a:masterClrMapping/>
  </p:clrMapOvr>
  <p:transition>
    <p:random/>
    <p:sndAc>
      <p:stSnd>
        <p:snd r:embed="rId2" name="projctor.wav"/>
      </p:stSnd>
    </p:sndAc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灯片编号占位符 6"/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ts val="300"/>
              </a:spcBef>
              <a:buClr>
                <a:srgbClr val="A04DA3"/>
              </a:buClr>
              <a:buFont typeface="Georgia" pitchFamily="18" charset="0"/>
              <a:buChar char="•"/>
              <a:defRPr sz="2800">
                <a:solidFill>
                  <a:schemeClr val="tx1"/>
                </a:solidFill>
                <a:latin typeface="Georgia" pitchFamily="18" charset="0"/>
              </a:defRPr>
            </a:lvl1pPr>
            <a:lvl2pPr marL="742950" indent="-285750">
              <a:spcBef>
                <a:spcPts val="300"/>
              </a:spcBef>
              <a:buClr>
                <a:schemeClr val="accent2"/>
              </a:buClr>
              <a:buFont typeface="Georgia" pitchFamily="18" charset="0"/>
              <a:buChar char="▫"/>
              <a:defRPr sz="2600">
                <a:solidFill>
                  <a:schemeClr val="accent2"/>
                </a:solidFill>
                <a:latin typeface="Georgia" pitchFamily="18" charset="0"/>
              </a:defRPr>
            </a:lvl2pPr>
            <a:lvl3pPr marL="1143000" indent="-228600">
              <a:spcBef>
                <a:spcPts val="300"/>
              </a:spcBef>
              <a:buClr>
                <a:schemeClr val="accent1"/>
              </a:buClr>
              <a:buFont typeface="Wingdings 2" pitchFamily="18" charset="2"/>
              <a:buChar char=""/>
              <a:defRPr sz="2400">
                <a:solidFill>
                  <a:schemeClr val="accent1"/>
                </a:solidFill>
                <a:latin typeface="Georgia" pitchFamily="18" charset="0"/>
              </a:defRPr>
            </a:lvl3pPr>
            <a:lvl4pPr marL="1600200" indent="-228600">
              <a:spcBef>
                <a:spcPts val="300"/>
              </a:spcBef>
              <a:buClr>
                <a:schemeClr val="accent1"/>
              </a:buClr>
              <a:buFont typeface="Wingdings 2" pitchFamily="18" charset="2"/>
              <a:buChar char=""/>
              <a:defRPr sz="2200">
                <a:solidFill>
                  <a:schemeClr val="accent1"/>
                </a:solidFill>
                <a:latin typeface="Georgia" pitchFamily="18" charset="0"/>
              </a:defRPr>
            </a:lvl4pPr>
            <a:lvl5pPr marL="2057400" indent="-228600">
              <a:spcBef>
                <a:spcPts val="300"/>
              </a:spcBef>
              <a:buClr>
                <a:srgbClr val="A04DA3"/>
              </a:buClr>
              <a:buFont typeface="Georgia" pitchFamily="18" charset="0"/>
              <a:buChar char="▫"/>
              <a:defRPr sz="2000">
                <a:solidFill>
                  <a:srgbClr val="A04DA3"/>
                </a:solidFill>
                <a:latin typeface="Georgia" pitchFamily="18" charset="0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rgbClr val="A04DA3"/>
              </a:buClr>
              <a:buFont typeface="Georgia" pitchFamily="18" charset="0"/>
              <a:buChar char="▫"/>
              <a:defRPr sz="2000">
                <a:solidFill>
                  <a:srgbClr val="A04DA3"/>
                </a:solidFill>
                <a:latin typeface="Georgia" pitchFamily="18" charset="0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rgbClr val="A04DA3"/>
              </a:buClr>
              <a:buFont typeface="Georgia" pitchFamily="18" charset="0"/>
              <a:buChar char="▫"/>
              <a:defRPr sz="2000">
                <a:solidFill>
                  <a:srgbClr val="A04DA3"/>
                </a:solidFill>
                <a:latin typeface="Georgia" pitchFamily="18" charset="0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rgbClr val="A04DA3"/>
              </a:buClr>
              <a:buFont typeface="Georgia" pitchFamily="18" charset="0"/>
              <a:buChar char="▫"/>
              <a:defRPr sz="2000">
                <a:solidFill>
                  <a:srgbClr val="A04DA3"/>
                </a:solidFill>
                <a:latin typeface="Georgia" pitchFamily="18" charset="0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rgbClr val="A04DA3"/>
              </a:buClr>
              <a:buFont typeface="Georgia" pitchFamily="18" charset="0"/>
              <a:buChar char="▫"/>
              <a:defRPr sz="2000">
                <a:solidFill>
                  <a:srgbClr val="A04DA3"/>
                </a:solidFill>
                <a:latin typeface="Georgia" pitchFamily="18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A2D541DF-F38A-424B-BA5B-73CDF31685C9}" type="slidenum">
              <a:rPr lang="zh-CN" altLang="en-US" sz="1800">
                <a:solidFill>
                  <a:srgbClr val="FFFFFF"/>
                </a:solidFill>
                <a:latin typeface="Times New Roman" pitchFamily="18" charset="0"/>
              </a:rPr>
              <a:pPr>
                <a:spcBef>
                  <a:spcPct val="0"/>
                </a:spcBef>
                <a:buClrTx/>
                <a:buFontTx/>
                <a:buNone/>
              </a:pPr>
              <a:t>18</a:t>
            </a:fld>
            <a:endParaRPr lang="en-US" altLang="zh-CN" sz="1800">
              <a:solidFill>
                <a:srgbClr val="FFFFFF"/>
              </a:solidFill>
              <a:latin typeface="Times New Roman" pitchFamily="18" charset="0"/>
            </a:endParaRPr>
          </a:p>
        </p:txBody>
      </p:sp>
      <p:sp>
        <p:nvSpPr>
          <p:cNvPr id="552962" name="Rectangle 2"/>
          <p:cNvSpPr>
            <a:spLocks noGrp="1" noChangeArrowheads="1"/>
          </p:cNvSpPr>
          <p:nvPr>
            <p:ph type="title"/>
          </p:nvPr>
        </p:nvSpPr>
        <p:spPr>
          <a:xfrm>
            <a:off x="685800" y="511175"/>
            <a:ext cx="8062913" cy="541338"/>
          </a:xfrm>
          <a:extLst>
            <a:ext uri="{91240B29-F687-4F45-9708-019B960494DF}">
              <a14:hiddenLine xmlns:a14="http://schemas.microsoft.com/office/drawing/2010/main" w="9525" cap="flat" cmpd="sng">
                <a:solidFill>
                  <a:schemeClr val="tx1"/>
                </a:solidFill>
                <a:prstDash val="solid"/>
                <a:miter lim="800000"/>
                <a:headEnd/>
                <a:tailEnd/>
              </a14:hiddenLine>
            </a:ext>
          </a:extLst>
        </p:spPr>
        <p:txBody>
          <a:bodyPr lIns="97332" tIns="48667" rIns="97332" bIns="48667" anchor="t">
            <a:spAutoFit/>
          </a:bodyPr>
          <a:lstStyle/>
          <a:p>
            <a:pPr defTabSz="966788" eaLnBrk="1" hangingPunct="1">
              <a:lnSpc>
                <a:spcPct val="90000"/>
              </a:lnSpc>
              <a:defRPr/>
            </a:pPr>
            <a:r>
              <a:rPr lang="zh-CN" altLang="en-US" sz="3200" b="1" dirty="0">
                <a:solidFill>
                  <a:prstClr val="black">
                    <a:lumMod val="85000"/>
                    <a:lumOff val="15000"/>
                  </a:prstClr>
                </a:solidFill>
                <a:latin typeface="华文新魏" pitchFamily="2" charset="-122"/>
                <a:ea typeface="华文新魏" pitchFamily="2" charset="-122"/>
              </a:rPr>
              <a:t>实验</a:t>
            </a:r>
            <a:r>
              <a:rPr lang="en-US" altLang="zh-CN" sz="3200" b="1" dirty="0">
                <a:solidFill>
                  <a:prstClr val="black">
                    <a:lumMod val="85000"/>
                    <a:lumOff val="15000"/>
                  </a:prstClr>
                </a:solidFill>
                <a:latin typeface="华文新魏" pitchFamily="2" charset="-122"/>
                <a:ea typeface="华文新魏" pitchFamily="2" charset="-122"/>
              </a:rPr>
              <a:t>4</a:t>
            </a:r>
            <a:r>
              <a:rPr lang="zh-CN" altLang="en-US" sz="3200" b="1" dirty="0">
                <a:solidFill>
                  <a:prstClr val="black">
                    <a:lumMod val="85000"/>
                    <a:lumOff val="15000"/>
                  </a:prstClr>
                </a:solidFill>
                <a:latin typeface="华文新魏" pitchFamily="2" charset="-122"/>
                <a:ea typeface="华文新魏" pitchFamily="2" charset="-122"/>
              </a:rPr>
              <a:t>  请求分页内存管理的模拟</a:t>
            </a:r>
            <a:endParaRPr lang="zh-CN" altLang="en-US" sz="4800" b="1" dirty="0">
              <a:solidFill>
                <a:schemeClr val="tx1">
                  <a:lumMod val="85000"/>
                  <a:lumOff val="15000"/>
                </a:schemeClr>
              </a:solidFill>
              <a:latin typeface="Times New Roman" pitchFamily="18" charset="0"/>
              <a:ea typeface="华文新魏" pitchFamily="2" charset="-122"/>
            </a:endParaRPr>
          </a:p>
        </p:txBody>
      </p:sp>
      <p:sp>
        <p:nvSpPr>
          <p:cNvPr id="552963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755650" y="1557338"/>
            <a:ext cx="7993063" cy="4824412"/>
          </a:xfrm>
          <a:extLst>
            <a:ext uri="{91240B29-F687-4F45-9708-019B960494DF}">
              <a14:hiddenLine xmlns:a14="http://schemas.microsoft.com/office/drawing/2010/main" w="9525" cap="flat" cmpd="sng">
                <a:solidFill>
                  <a:schemeClr val="tx1"/>
                </a:solidFill>
                <a:prstDash val="solid"/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marL="457200" indent="-457200" algn="just" eaLnBrk="1" hangingPunct="1">
              <a:lnSpc>
                <a:spcPts val="4200"/>
              </a:lnSpc>
              <a:spcBef>
                <a:spcPct val="30000"/>
              </a:spcBef>
              <a:buClr>
                <a:schemeClr val="tx1"/>
              </a:buClr>
              <a:buSzPct val="100000"/>
              <a:buFont typeface="+mj-lt"/>
              <a:buAutoNum type="arabicPeriod" startAt="2"/>
              <a:defRPr/>
            </a:pPr>
            <a:r>
              <a:rPr lang="zh-CN" altLang="en-US" sz="2200" b="1" dirty="0">
                <a:latin typeface="Times New Roman" pitchFamily="18" charset="0"/>
                <a:cs typeface="Times New Roman" pitchFamily="18" charset="0"/>
              </a:rPr>
              <a:t>定义全局变量：</a:t>
            </a:r>
            <a:endParaRPr lang="en-US" altLang="zh-CN" sz="2200" b="1" dirty="0">
              <a:latin typeface="Times New Roman" pitchFamily="18" charset="0"/>
              <a:cs typeface="Times New Roman" pitchFamily="18" charset="0"/>
            </a:endParaRPr>
          </a:p>
          <a:p>
            <a:pPr marL="0" indent="444500" algn="just" eaLnBrk="1" hangingPunct="1">
              <a:lnSpc>
                <a:spcPts val="4200"/>
              </a:lnSpc>
              <a:spcBef>
                <a:spcPct val="30000"/>
              </a:spcBef>
              <a:buClr>
                <a:schemeClr val="tx1"/>
              </a:buClr>
              <a:buSzPct val="100000"/>
              <a:buFont typeface="Georgia" pitchFamily="18" charset="0"/>
              <a:buNone/>
              <a:defRPr/>
            </a:pPr>
            <a:r>
              <a:rPr lang="zh-CN" altLang="en-US" sz="2000" b="1" dirty="0">
                <a:latin typeface="Times New Roman" pitchFamily="18" charset="0"/>
                <a:cs typeface="Times New Roman" pitchFamily="18" charset="0"/>
              </a:rPr>
              <a:t>页（块）大小（</a:t>
            </a:r>
            <a:r>
              <a:rPr lang="en-US" altLang="zh-CN" sz="2000" b="1" dirty="0" err="1">
                <a:latin typeface="Times New Roman" pitchFamily="18" charset="0"/>
                <a:cs typeface="Times New Roman" pitchFamily="18" charset="0"/>
              </a:rPr>
              <a:t>pSize</a:t>
            </a:r>
            <a:r>
              <a:rPr lang="zh-CN" altLang="en-US" sz="2000" b="1" dirty="0">
                <a:latin typeface="Times New Roman" pitchFamily="18" charset="0"/>
                <a:cs typeface="Times New Roman" pitchFamily="18" charset="0"/>
              </a:rPr>
              <a:t>）、总块数（</a:t>
            </a:r>
            <a:r>
              <a:rPr lang="en-US" altLang="zh-CN" sz="2000" b="1" dirty="0" err="1">
                <a:latin typeface="Times New Roman" pitchFamily="18" charset="0"/>
                <a:cs typeface="Times New Roman" pitchFamily="18" charset="0"/>
              </a:rPr>
              <a:t>bCount</a:t>
            </a:r>
            <a:r>
              <a:rPr lang="zh-CN" altLang="en-US" sz="2000" b="1" dirty="0">
                <a:latin typeface="Times New Roman" pitchFamily="18" charset="0"/>
                <a:cs typeface="Times New Roman" pitchFamily="18" charset="0"/>
              </a:rPr>
              <a:t>）、页队列头指针（</a:t>
            </a:r>
            <a:r>
              <a:rPr lang="en-US" altLang="zh-CN" sz="2000" b="1" dirty="0" err="1">
                <a:latin typeface="Times New Roman" pitchFamily="18" charset="0"/>
                <a:cs typeface="Times New Roman" pitchFamily="18" charset="0"/>
              </a:rPr>
              <a:t>pqHead</a:t>
            </a:r>
            <a:r>
              <a:rPr lang="zh-CN" altLang="en-US" sz="2000" b="1" dirty="0">
                <a:latin typeface="Times New Roman" pitchFamily="18" charset="0"/>
                <a:cs typeface="Times New Roman" pitchFamily="18" charset="0"/>
              </a:rPr>
              <a:t>）、页队列尾指针（</a:t>
            </a:r>
            <a:r>
              <a:rPr lang="en-US" altLang="zh-CN" sz="2000" b="1" dirty="0" err="1">
                <a:latin typeface="Times New Roman" pitchFamily="18" charset="0"/>
                <a:cs typeface="Times New Roman" pitchFamily="18" charset="0"/>
              </a:rPr>
              <a:t>pqTail</a:t>
            </a:r>
            <a:r>
              <a:rPr lang="zh-CN" altLang="en-US" sz="2000" b="1" dirty="0">
                <a:latin typeface="Times New Roman" pitchFamily="18" charset="0"/>
                <a:cs typeface="Times New Roman" pitchFamily="18" charset="0"/>
              </a:rPr>
              <a:t>）、位示图（</a:t>
            </a:r>
            <a:r>
              <a:rPr lang="en-US" altLang="zh-CN" sz="2000" b="1" dirty="0">
                <a:latin typeface="Times New Roman" pitchFamily="18" charset="0"/>
                <a:cs typeface="Times New Roman" pitchFamily="18" charset="0"/>
              </a:rPr>
              <a:t>bmp</a:t>
            </a:r>
            <a:r>
              <a:rPr lang="zh-CN" altLang="en-US" sz="2000" b="1" dirty="0">
                <a:latin typeface="Times New Roman" pitchFamily="18" charset="0"/>
                <a:cs typeface="Times New Roman" pitchFamily="18" charset="0"/>
              </a:rPr>
              <a:t>）。</a:t>
            </a:r>
            <a:endParaRPr lang="en-US" altLang="zh-CN" sz="2000" b="1" dirty="0">
              <a:latin typeface="Times New Roman" pitchFamily="18" charset="0"/>
              <a:cs typeface="Times New Roman" pitchFamily="18" charset="0"/>
            </a:endParaRPr>
          </a:p>
          <a:p>
            <a:pPr marL="457200" indent="-457200" algn="just" eaLnBrk="1" hangingPunct="1">
              <a:lnSpc>
                <a:spcPts val="4200"/>
              </a:lnSpc>
              <a:spcBef>
                <a:spcPct val="30000"/>
              </a:spcBef>
              <a:buClr>
                <a:schemeClr val="tx1"/>
              </a:buClr>
              <a:buSzPct val="100000"/>
              <a:buFont typeface="+mj-lt"/>
              <a:buAutoNum type="arabicPeriod" startAt="3"/>
              <a:defRPr/>
            </a:pPr>
            <a:r>
              <a:rPr lang="zh-CN" altLang="en-US" sz="2200" b="1" dirty="0">
                <a:latin typeface="Times New Roman" pitchFamily="18" charset="0"/>
                <a:cs typeface="Times New Roman" pitchFamily="18" charset="0"/>
              </a:rPr>
              <a:t>构建程序框架</a:t>
            </a:r>
            <a:endParaRPr lang="en-US" altLang="zh-CN" sz="2200" b="1" dirty="0">
              <a:latin typeface="Times New Roman" pitchFamily="18" charset="0"/>
              <a:cs typeface="Times New Roman" pitchFamily="18" charset="0"/>
            </a:endParaRPr>
          </a:p>
          <a:p>
            <a:pPr marL="177800" indent="0" algn="just" eaLnBrk="1" hangingPunct="1">
              <a:lnSpc>
                <a:spcPts val="4200"/>
              </a:lnSpc>
              <a:spcBef>
                <a:spcPct val="30000"/>
              </a:spcBef>
              <a:buClr>
                <a:schemeClr val="tx1"/>
              </a:buClr>
              <a:buSzPct val="100000"/>
              <a:buFont typeface="Georgia" pitchFamily="18" charset="0"/>
              <a:buNone/>
              <a:defRPr/>
            </a:pPr>
            <a:r>
              <a:rPr lang="zh-CN" altLang="en-US" sz="2000" b="1" dirty="0">
                <a:latin typeface="Times New Roman" pitchFamily="18" charset="0"/>
                <a:cs typeface="Times New Roman" pitchFamily="18" charset="0"/>
              </a:rPr>
              <a:t>子程序函数原型：</a:t>
            </a:r>
            <a:endParaRPr lang="en-US" altLang="zh-CN" sz="2000" b="1" dirty="0">
              <a:latin typeface="Times New Roman" pitchFamily="18" charset="0"/>
              <a:cs typeface="Times New Roman" pitchFamily="18" charset="0"/>
            </a:endParaRPr>
          </a:p>
          <a:p>
            <a:pPr marL="177800" indent="0" algn="just" eaLnBrk="1" hangingPunct="1">
              <a:lnSpc>
                <a:spcPts val="4200"/>
              </a:lnSpc>
              <a:spcBef>
                <a:spcPct val="30000"/>
              </a:spcBef>
              <a:buClr>
                <a:schemeClr val="tx1"/>
              </a:buClr>
              <a:buSzPct val="100000"/>
              <a:buFont typeface="Georgia" pitchFamily="18" charset="0"/>
              <a:buNone/>
              <a:defRPr/>
            </a:pPr>
            <a:r>
              <a:rPr lang="en-US" altLang="zh-CN" sz="2000" b="1" dirty="0">
                <a:latin typeface="Times New Roman" pitchFamily="18" charset="0"/>
                <a:cs typeface="Times New Roman" pitchFamily="18" charset="0"/>
              </a:rPr>
              <a:t>void </a:t>
            </a:r>
            <a:r>
              <a:rPr lang="en-US" altLang="zh-CN" sz="2000" b="1" dirty="0" err="1">
                <a:latin typeface="Times New Roman" pitchFamily="18" charset="0"/>
                <a:cs typeface="Times New Roman" pitchFamily="18" charset="0"/>
              </a:rPr>
              <a:t>SysInit</a:t>
            </a:r>
            <a:r>
              <a:rPr lang="en-US" altLang="zh-CN" sz="2000" b="1" dirty="0">
                <a:latin typeface="Times New Roman" pitchFamily="18" charset="0"/>
                <a:cs typeface="Times New Roman" pitchFamily="18" charset="0"/>
              </a:rPr>
              <a:t>();</a:t>
            </a:r>
          </a:p>
          <a:p>
            <a:pPr marL="177800" indent="0" algn="just" eaLnBrk="1" hangingPunct="1">
              <a:lnSpc>
                <a:spcPts val="4200"/>
              </a:lnSpc>
              <a:spcBef>
                <a:spcPct val="30000"/>
              </a:spcBef>
              <a:buClr>
                <a:schemeClr val="tx1"/>
              </a:buClr>
              <a:buSzPct val="100000"/>
              <a:buFont typeface="Georgia" pitchFamily="18" charset="0"/>
              <a:buNone/>
              <a:defRPr/>
            </a:pPr>
            <a:r>
              <a:rPr lang="en-US" altLang="zh-CN" sz="2000" b="1" dirty="0">
                <a:latin typeface="Times New Roman" pitchFamily="18" charset="0"/>
                <a:cs typeface="Times New Roman" pitchFamily="18" charset="0"/>
              </a:rPr>
              <a:t>PCB* </a:t>
            </a:r>
            <a:r>
              <a:rPr lang="en-US" altLang="zh-CN" sz="2000" b="1" dirty="0" err="1">
                <a:latin typeface="Times New Roman" pitchFamily="18" charset="0"/>
                <a:cs typeface="Times New Roman" pitchFamily="18" charset="0"/>
              </a:rPr>
              <a:t>NewProc</a:t>
            </a:r>
            <a:r>
              <a:rPr lang="en-US" altLang="zh-CN" sz="2000" b="1" dirty="0">
                <a:latin typeface="Times New Roman" pitchFamily="18" charset="0"/>
                <a:cs typeface="Times New Roman" pitchFamily="18" charset="0"/>
              </a:rPr>
              <a:t>();</a:t>
            </a:r>
          </a:p>
          <a:p>
            <a:pPr marL="177800" indent="0" algn="just" eaLnBrk="1" hangingPunct="1">
              <a:lnSpc>
                <a:spcPts val="4200"/>
              </a:lnSpc>
              <a:spcBef>
                <a:spcPct val="30000"/>
              </a:spcBef>
              <a:buClr>
                <a:schemeClr val="tx1"/>
              </a:buClr>
              <a:buSzPct val="100000"/>
              <a:buFont typeface="Georgia" pitchFamily="18" charset="0"/>
              <a:buNone/>
              <a:defRPr/>
            </a:pPr>
            <a:r>
              <a:rPr lang="en-US" altLang="zh-CN" sz="2000" b="1" dirty="0">
                <a:latin typeface="Times New Roman" pitchFamily="18" charset="0"/>
                <a:cs typeface="Times New Roman" pitchFamily="18" charset="0"/>
              </a:rPr>
              <a:t>void Access(PCB* p);</a:t>
            </a:r>
          </a:p>
          <a:p>
            <a:pPr marL="0" indent="0" algn="just" eaLnBrk="1" hangingPunct="1">
              <a:lnSpc>
                <a:spcPts val="4200"/>
              </a:lnSpc>
              <a:spcBef>
                <a:spcPct val="30000"/>
              </a:spcBef>
              <a:buClr>
                <a:schemeClr val="tx1"/>
              </a:buClr>
              <a:buSzPct val="100000"/>
              <a:buFont typeface="Georgia" pitchFamily="18" charset="0"/>
              <a:buNone/>
              <a:defRPr/>
            </a:pPr>
            <a:endParaRPr lang="en-US" altLang="zh-CN" sz="2200" b="1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9221" name="Line 4"/>
          <p:cNvSpPr>
            <a:spLocks noChangeShapeType="1"/>
          </p:cNvSpPr>
          <p:nvPr/>
        </p:nvSpPr>
        <p:spPr bwMode="auto">
          <a:xfrm>
            <a:off x="0" y="1143000"/>
            <a:ext cx="9144000" cy="0"/>
          </a:xfrm>
          <a:prstGeom prst="line">
            <a:avLst/>
          </a:prstGeom>
          <a:noFill/>
          <a:ln w="38100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9222" name="Line 5"/>
          <p:cNvSpPr>
            <a:spLocks noChangeShapeType="1"/>
          </p:cNvSpPr>
          <p:nvPr/>
        </p:nvSpPr>
        <p:spPr bwMode="auto">
          <a:xfrm>
            <a:off x="533400" y="0"/>
            <a:ext cx="0" cy="6858000"/>
          </a:xfrm>
          <a:prstGeom prst="line">
            <a:avLst/>
          </a:prstGeom>
          <a:noFill/>
          <a:ln w="38100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7" name="矩形 6"/>
          <p:cNvSpPr/>
          <p:nvPr/>
        </p:nvSpPr>
        <p:spPr>
          <a:xfrm>
            <a:off x="5219700" y="3470275"/>
            <a:ext cx="2160588" cy="72072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r>
              <a:rPr lang="zh-CN" altLang="en-US" sz="2000" b="1" dirty="0"/>
              <a:t>系统初始化</a:t>
            </a:r>
            <a:endParaRPr lang="en-US" altLang="zh-CN" sz="2000" b="1" dirty="0"/>
          </a:p>
          <a:p>
            <a:pPr algn="ctr" eaLnBrk="1" hangingPunct="1">
              <a:defRPr/>
            </a:pPr>
            <a:r>
              <a:rPr lang="en-US" altLang="zh-CN" sz="2000" b="1" dirty="0" err="1"/>
              <a:t>SysInit</a:t>
            </a:r>
            <a:r>
              <a:rPr lang="en-US" altLang="zh-CN" sz="2000" b="1" dirty="0"/>
              <a:t>();</a:t>
            </a:r>
            <a:endParaRPr lang="zh-CN" altLang="en-US" sz="2000" b="1" dirty="0"/>
          </a:p>
        </p:txBody>
      </p:sp>
      <p:sp>
        <p:nvSpPr>
          <p:cNvPr id="8" name="矩形 7"/>
          <p:cNvSpPr/>
          <p:nvPr/>
        </p:nvSpPr>
        <p:spPr>
          <a:xfrm>
            <a:off x="4356100" y="4625975"/>
            <a:ext cx="3887788" cy="72072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r>
              <a:rPr lang="zh-CN" altLang="en-US" sz="2000" b="1" dirty="0"/>
              <a:t>模拟进程创建</a:t>
            </a:r>
            <a:endParaRPr lang="en-US" altLang="zh-CN" sz="2000" b="1" dirty="0"/>
          </a:p>
          <a:p>
            <a:pPr algn="ctr" eaLnBrk="1" hangingPunct="1">
              <a:defRPr/>
            </a:pPr>
            <a:r>
              <a:rPr lang="en-US" altLang="zh-CN" sz="2000" b="1" dirty="0"/>
              <a:t>PCB* p = </a:t>
            </a:r>
            <a:r>
              <a:rPr lang="en-US" altLang="zh-CN" sz="2000" b="1" dirty="0" err="1"/>
              <a:t>NewProc</a:t>
            </a:r>
            <a:r>
              <a:rPr lang="en-US" altLang="zh-CN" sz="2000" b="1" dirty="0"/>
              <a:t>();</a:t>
            </a:r>
            <a:endParaRPr lang="zh-CN" altLang="en-US" sz="2000" b="1" dirty="0"/>
          </a:p>
        </p:txBody>
      </p:sp>
      <p:cxnSp>
        <p:nvCxnSpPr>
          <p:cNvPr id="9" name="直接箭头连接符 8"/>
          <p:cNvCxnSpPr>
            <a:stCxn id="7" idx="2"/>
            <a:endCxn id="8" idx="0"/>
          </p:cNvCxnSpPr>
          <p:nvPr/>
        </p:nvCxnSpPr>
        <p:spPr>
          <a:xfrm flipH="1">
            <a:off x="6299200" y="4191000"/>
            <a:ext cx="0" cy="434975"/>
          </a:xfrm>
          <a:prstGeom prst="straightConnector1">
            <a:avLst/>
          </a:prstGeom>
          <a:ln w="38100">
            <a:solidFill>
              <a:schemeClr val="tx1"/>
            </a:solidFill>
            <a:tailEnd type="arrow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3" name="矩形 12"/>
          <p:cNvSpPr/>
          <p:nvPr/>
        </p:nvSpPr>
        <p:spPr>
          <a:xfrm>
            <a:off x="4356100" y="5803900"/>
            <a:ext cx="3887788" cy="72072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r>
              <a:rPr lang="zh-CN" altLang="en-US" sz="2000" b="1" dirty="0"/>
              <a:t>模拟访问</a:t>
            </a:r>
            <a:endParaRPr lang="en-US" altLang="zh-CN" sz="2000" b="1" dirty="0"/>
          </a:p>
          <a:p>
            <a:pPr algn="ctr" eaLnBrk="1" hangingPunct="1">
              <a:defRPr/>
            </a:pPr>
            <a:r>
              <a:rPr lang="en-US" altLang="zh-CN" sz="2000" b="1" dirty="0"/>
              <a:t>Access(p);</a:t>
            </a:r>
            <a:endParaRPr lang="zh-CN" altLang="en-US" sz="2000" b="1" dirty="0"/>
          </a:p>
        </p:txBody>
      </p:sp>
      <p:cxnSp>
        <p:nvCxnSpPr>
          <p:cNvPr id="14" name="直接连接符 13"/>
          <p:cNvCxnSpPr/>
          <p:nvPr/>
        </p:nvCxnSpPr>
        <p:spPr>
          <a:xfrm flipH="1">
            <a:off x="8234363" y="6164263"/>
            <a:ext cx="360362" cy="0"/>
          </a:xfrm>
          <a:prstGeom prst="line">
            <a:avLst/>
          </a:prstGeom>
          <a:ln w="381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5" name="直接连接符 14"/>
          <p:cNvCxnSpPr/>
          <p:nvPr/>
        </p:nvCxnSpPr>
        <p:spPr>
          <a:xfrm>
            <a:off x="8594725" y="5575300"/>
            <a:ext cx="0" cy="588963"/>
          </a:xfrm>
          <a:prstGeom prst="line">
            <a:avLst/>
          </a:prstGeom>
          <a:ln w="381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6" name="直接箭头连接符 15"/>
          <p:cNvCxnSpPr/>
          <p:nvPr/>
        </p:nvCxnSpPr>
        <p:spPr>
          <a:xfrm flipH="1">
            <a:off x="6299200" y="5575300"/>
            <a:ext cx="2295525" cy="0"/>
          </a:xfrm>
          <a:prstGeom prst="straightConnector1">
            <a:avLst/>
          </a:prstGeom>
          <a:ln w="38100">
            <a:solidFill>
              <a:schemeClr val="tx1"/>
            </a:solidFill>
            <a:tailEnd type="arrow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9" name="直接箭头连接符 18"/>
          <p:cNvCxnSpPr>
            <a:endCxn id="13" idx="0"/>
          </p:cNvCxnSpPr>
          <p:nvPr/>
        </p:nvCxnSpPr>
        <p:spPr>
          <a:xfrm flipH="1">
            <a:off x="6299200" y="5346700"/>
            <a:ext cx="0" cy="457200"/>
          </a:xfrm>
          <a:prstGeom prst="straightConnector1">
            <a:avLst/>
          </a:prstGeom>
          <a:ln w="38100">
            <a:solidFill>
              <a:schemeClr val="tx1"/>
            </a:solidFill>
            <a:tailEnd type="arrow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37296779"/>
      </p:ext>
    </p:extLst>
  </p:cSld>
  <p:clrMapOvr>
    <a:masterClrMapping/>
  </p:clrMapOvr>
  <p:transition>
    <p:random/>
    <p:sndAc>
      <p:stSnd>
        <p:snd r:embed="rId2" name="projctor.wav"/>
      </p:stSnd>
    </p:sndAc>
  </p:transition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灯片编号占位符 6"/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ts val="300"/>
              </a:spcBef>
              <a:buClr>
                <a:srgbClr val="A04DA3"/>
              </a:buClr>
              <a:buFont typeface="Georgia" pitchFamily="18" charset="0"/>
              <a:buChar char="•"/>
              <a:defRPr sz="2800">
                <a:solidFill>
                  <a:schemeClr val="tx1"/>
                </a:solidFill>
                <a:latin typeface="Georgia" pitchFamily="18" charset="0"/>
              </a:defRPr>
            </a:lvl1pPr>
            <a:lvl2pPr marL="742950" indent="-285750">
              <a:spcBef>
                <a:spcPts val="300"/>
              </a:spcBef>
              <a:buClr>
                <a:schemeClr val="accent2"/>
              </a:buClr>
              <a:buFont typeface="Georgia" pitchFamily="18" charset="0"/>
              <a:buChar char="▫"/>
              <a:defRPr sz="2600">
                <a:solidFill>
                  <a:schemeClr val="accent2"/>
                </a:solidFill>
                <a:latin typeface="Georgia" pitchFamily="18" charset="0"/>
              </a:defRPr>
            </a:lvl2pPr>
            <a:lvl3pPr marL="1143000" indent="-228600">
              <a:spcBef>
                <a:spcPts val="300"/>
              </a:spcBef>
              <a:buClr>
                <a:schemeClr val="accent1"/>
              </a:buClr>
              <a:buFont typeface="Wingdings 2" pitchFamily="18" charset="2"/>
              <a:buChar char=""/>
              <a:defRPr sz="2400">
                <a:solidFill>
                  <a:schemeClr val="accent1"/>
                </a:solidFill>
                <a:latin typeface="Georgia" pitchFamily="18" charset="0"/>
              </a:defRPr>
            </a:lvl3pPr>
            <a:lvl4pPr marL="1600200" indent="-228600">
              <a:spcBef>
                <a:spcPts val="300"/>
              </a:spcBef>
              <a:buClr>
                <a:schemeClr val="accent1"/>
              </a:buClr>
              <a:buFont typeface="Wingdings 2" pitchFamily="18" charset="2"/>
              <a:buChar char=""/>
              <a:defRPr sz="2200">
                <a:solidFill>
                  <a:schemeClr val="accent1"/>
                </a:solidFill>
                <a:latin typeface="Georgia" pitchFamily="18" charset="0"/>
              </a:defRPr>
            </a:lvl4pPr>
            <a:lvl5pPr marL="2057400" indent="-228600">
              <a:spcBef>
                <a:spcPts val="300"/>
              </a:spcBef>
              <a:buClr>
                <a:srgbClr val="A04DA3"/>
              </a:buClr>
              <a:buFont typeface="Georgia" pitchFamily="18" charset="0"/>
              <a:buChar char="▫"/>
              <a:defRPr sz="2000">
                <a:solidFill>
                  <a:srgbClr val="A04DA3"/>
                </a:solidFill>
                <a:latin typeface="Georgia" pitchFamily="18" charset="0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rgbClr val="A04DA3"/>
              </a:buClr>
              <a:buFont typeface="Georgia" pitchFamily="18" charset="0"/>
              <a:buChar char="▫"/>
              <a:defRPr sz="2000">
                <a:solidFill>
                  <a:srgbClr val="A04DA3"/>
                </a:solidFill>
                <a:latin typeface="Georgia" pitchFamily="18" charset="0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rgbClr val="A04DA3"/>
              </a:buClr>
              <a:buFont typeface="Georgia" pitchFamily="18" charset="0"/>
              <a:buChar char="▫"/>
              <a:defRPr sz="2000">
                <a:solidFill>
                  <a:srgbClr val="A04DA3"/>
                </a:solidFill>
                <a:latin typeface="Georgia" pitchFamily="18" charset="0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rgbClr val="A04DA3"/>
              </a:buClr>
              <a:buFont typeface="Georgia" pitchFamily="18" charset="0"/>
              <a:buChar char="▫"/>
              <a:defRPr sz="2000">
                <a:solidFill>
                  <a:srgbClr val="A04DA3"/>
                </a:solidFill>
                <a:latin typeface="Georgia" pitchFamily="18" charset="0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rgbClr val="A04DA3"/>
              </a:buClr>
              <a:buFont typeface="Georgia" pitchFamily="18" charset="0"/>
              <a:buChar char="▫"/>
              <a:defRPr sz="2000">
                <a:solidFill>
                  <a:srgbClr val="A04DA3"/>
                </a:solidFill>
                <a:latin typeface="Georgia" pitchFamily="18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CDD0C30F-9200-41F5-99D0-A5E21C5554BD}" type="slidenum">
              <a:rPr lang="zh-CN" altLang="en-US" sz="1800">
                <a:solidFill>
                  <a:srgbClr val="FFFFFF"/>
                </a:solidFill>
                <a:latin typeface="Times New Roman" pitchFamily="18" charset="0"/>
              </a:rPr>
              <a:pPr>
                <a:spcBef>
                  <a:spcPct val="0"/>
                </a:spcBef>
                <a:buClrTx/>
                <a:buFontTx/>
                <a:buNone/>
              </a:pPr>
              <a:t>19</a:t>
            </a:fld>
            <a:endParaRPr lang="en-US" altLang="zh-CN" sz="1800">
              <a:solidFill>
                <a:srgbClr val="FFFFFF"/>
              </a:solidFill>
              <a:latin typeface="Times New Roman" pitchFamily="18" charset="0"/>
            </a:endParaRPr>
          </a:p>
        </p:txBody>
      </p:sp>
      <p:sp>
        <p:nvSpPr>
          <p:cNvPr id="552962" name="Rectangle 2"/>
          <p:cNvSpPr>
            <a:spLocks noGrp="1" noChangeArrowheads="1"/>
          </p:cNvSpPr>
          <p:nvPr>
            <p:ph type="title"/>
          </p:nvPr>
        </p:nvSpPr>
        <p:spPr>
          <a:xfrm>
            <a:off x="685800" y="511175"/>
            <a:ext cx="8062913" cy="541338"/>
          </a:xfrm>
          <a:extLst>
            <a:ext uri="{91240B29-F687-4F45-9708-019B960494DF}">
              <a14:hiddenLine xmlns:a14="http://schemas.microsoft.com/office/drawing/2010/main" w="9525" cap="flat" cmpd="sng">
                <a:solidFill>
                  <a:schemeClr val="tx1"/>
                </a:solidFill>
                <a:prstDash val="solid"/>
                <a:miter lim="800000"/>
                <a:headEnd/>
                <a:tailEnd/>
              </a14:hiddenLine>
            </a:ext>
          </a:extLst>
        </p:spPr>
        <p:txBody>
          <a:bodyPr lIns="97332" tIns="48667" rIns="97332" bIns="48667" anchor="t">
            <a:spAutoFit/>
          </a:bodyPr>
          <a:lstStyle/>
          <a:p>
            <a:pPr defTabSz="966788" eaLnBrk="1" hangingPunct="1">
              <a:lnSpc>
                <a:spcPct val="90000"/>
              </a:lnSpc>
              <a:defRPr/>
            </a:pPr>
            <a:r>
              <a:rPr lang="zh-CN" altLang="en-US" sz="3200" b="1" dirty="0">
                <a:solidFill>
                  <a:prstClr val="black">
                    <a:lumMod val="85000"/>
                    <a:lumOff val="15000"/>
                  </a:prstClr>
                </a:solidFill>
                <a:latin typeface="华文新魏" pitchFamily="2" charset="-122"/>
                <a:ea typeface="华文新魏" pitchFamily="2" charset="-122"/>
              </a:rPr>
              <a:t>实验</a:t>
            </a:r>
            <a:r>
              <a:rPr lang="en-US" altLang="zh-CN" sz="3200" b="1" dirty="0">
                <a:solidFill>
                  <a:prstClr val="black">
                    <a:lumMod val="85000"/>
                    <a:lumOff val="15000"/>
                  </a:prstClr>
                </a:solidFill>
                <a:latin typeface="华文新魏" pitchFamily="2" charset="-122"/>
                <a:ea typeface="华文新魏" pitchFamily="2" charset="-122"/>
              </a:rPr>
              <a:t>4</a:t>
            </a:r>
            <a:r>
              <a:rPr lang="zh-CN" altLang="en-US" sz="3200" b="1" dirty="0">
                <a:solidFill>
                  <a:prstClr val="black">
                    <a:lumMod val="85000"/>
                    <a:lumOff val="15000"/>
                  </a:prstClr>
                </a:solidFill>
                <a:latin typeface="华文新魏" pitchFamily="2" charset="-122"/>
                <a:ea typeface="华文新魏" pitchFamily="2" charset="-122"/>
              </a:rPr>
              <a:t>  请求分页内存管理的模拟</a:t>
            </a:r>
            <a:endParaRPr lang="zh-CN" altLang="en-US" sz="4800" b="1" dirty="0">
              <a:solidFill>
                <a:schemeClr val="tx1">
                  <a:lumMod val="85000"/>
                  <a:lumOff val="15000"/>
                </a:schemeClr>
              </a:solidFill>
              <a:latin typeface="Times New Roman" pitchFamily="18" charset="0"/>
              <a:ea typeface="华文新魏" pitchFamily="2" charset="-122"/>
            </a:endParaRPr>
          </a:p>
        </p:txBody>
      </p:sp>
      <p:sp>
        <p:nvSpPr>
          <p:cNvPr id="552963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755650" y="1917700"/>
            <a:ext cx="7848600" cy="4103688"/>
          </a:xfrm>
          <a:extLst>
            <a:ext uri="{91240B29-F687-4F45-9708-019B960494DF}">
              <a14:hiddenLine xmlns:a14="http://schemas.microsoft.com/office/drawing/2010/main" w="9525" cap="flat" cmpd="sng">
                <a:solidFill>
                  <a:schemeClr val="tx1"/>
                </a:solidFill>
                <a:prstDash val="solid"/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marL="457200" indent="-457200" algn="just" eaLnBrk="1" hangingPunct="1">
              <a:lnSpc>
                <a:spcPts val="4200"/>
              </a:lnSpc>
              <a:spcBef>
                <a:spcPct val="30000"/>
              </a:spcBef>
              <a:buClr>
                <a:schemeClr val="tx1"/>
              </a:buClr>
              <a:buSzPct val="100000"/>
              <a:buFont typeface="+mj-lt"/>
              <a:buAutoNum type="arabicPeriod" startAt="3"/>
              <a:defRPr/>
            </a:pPr>
            <a:r>
              <a:rPr lang="zh-CN" altLang="en-US" sz="2200" b="1" dirty="0">
                <a:latin typeface="Times New Roman" pitchFamily="18" charset="0"/>
                <a:cs typeface="Times New Roman" pitchFamily="18" charset="0"/>
              </a:rPr>
              <a:t>实现子程序：</a:t>
            </a:r>
            <a:endParaRPr lang="en-US" altLang="zh-CN" sz="2200" b="1" dirty="0">
              <a:latin typeface="Times New Roman" pitchFamily="18" charset="0"/>
              <a:cs typeface="Times New Roman" pitchFamily="18" charset="0"/>
            </a:endParaRPr>
          </a:p>
          <a:p>
            <a:pPr marL="177800" indent="0" algn="just" eaLnBrk="1" hangingPunct="1">
              <a:lnSpc>
                <a:spcPts val="4200"/>
              </a:lnSpc>
              <a:spcBef>
                <a:spcPct val="30000"/>
              </a:spcBef>
              <a:buClr>
                <a:schemeClr val="tx1"/>
              </a:buClr>
              <a:buSzPct val="100000"/>
              <a:buFont typeface="Georgia" pitchFamily="18" charset="0"/>
              <a:buNone/>
              <a:defRPr/>
            </a:pPr>
            <a:r>
              <a:rPr lang="en-US" altLang="zh-CN" sz="2200" b="1" dirty="0">
                <a:latin typeface="Times New Roman" pitchFamily="18" charset="0"/>
                <a:cs typeface="Times New Roman" pitchFamily="18" charset="0"/>
              </a:rPr>
              <a:t>           </a:t>
            </a:r>
            <a:r>
              <a:rPr lang="en-US" altLang="zh-CN" sz="2000" b="1" dirty="0">
                <a:latin typeface="Times New Roman" pitchFamily="18" charset="0"/>
                <a:cs typeface="Times New Roman" pitchFamily="18" charset="0"/>
              </a:rPr>
              <a:t>void </a:t>
            </a:r>
            <a:r>
              <a:rPr lang="en-US" altLang="zh-CN" sz="2000" b="1" dirty="0" err="1">
                <a:latin typeface="Times New Roman" pitchFamily="18" charset="0"/>
                <a:cs typeface="Times New Roman" pitchFamily="18" charset="0"/>
              </a:rPr>
              <a:t>SysInit</a:t>
            </a:r>
            <a:r>
              <a:rPr lang="en-US" altLang="zh-CN" sz="2000" b="1" dirty="0">
                <a:latin typeface="Times New Roman" pitchFamily="18" charset="0"/>
                <a:cs typeface="Times New Roman" pitchFamily="18" charset="0"/>
              </a:rPr>
              <a:t>();			     PCB* </a:t>
            </a:r>
            <a:r>
              <a:rPr lang="en-US" altLang="zh-CN" sz="2000" b="1" dirty="0" err="1">
                <a:latin typeface="Times New Roman" pitchFamily="18" charset="0"/>
                <a:cs typeface="Times New Roman" pitchFamily="18" charset="0"/>
              </a:rPr>
              <a:t>NewProc</a:t>
            </a:r>
            <a:r>
              <a:rPr lang="en-US" altLang="zh-CN" sz="2000" b="1" dirty="0">
                <a:latin typeface="Times New Roman" pitchFamily="18" charset="0"/>
                <a:cs typeface="Times New Roman" pitchFamily="18" charset="0"/>
              </a:rPr>
              <a:t>();</a:t>
            </a:r>
          </a:p>
          <a:p>
            <a:pPr marL="177800" indent="0" algn="just" eaLnBrk="1" hangingPunct="1">
              <a:lnSpc>
                <a:spcPts val="4200"/>
              </a:lnSpc>
              <a:spcBef>
                <a:spcPct val="30000"/>
              </a:spcBef>
              <a:buClr>
                <a:schemeClr val="tx1"/>
              </a:buClr>
              <a:buSzPct val="100000"/>
              <a:buFont typeface="Georgia" pitchFamily="18" charset="0"/>
              <a:buNone/>
              <a:defRPr/>
            </a:pPr>
            <a:endParaRPr lang="en-US" altLang="zh-CN" sz="2200" b="1" dirty="0">
              <a:latin typeface="Times New Roman" pitchFamily="18" charset="0"/>
              <a:cs typeface="Times New Roman" pitchFamily="18" charset="0"/>
            </a:endParaRPr>
          </a:p>
          <a:p>
            <a:pPr marL="177800" indent="0" algn="just" eaLnBrk="1" hangingPunct="1">
              <a:lnSpc>
                <a:spcPts val="4200"/>
              </a:lnSpc>
              <a:spcBef>
                <a:spcPct val="30000"/>
              </a:spcBef>
              <a:buClr>
                <a:schemeClr val="tx1"/>
              </a:buClr>
              <a:buSzPct val="100000"/>
              <a:buFont typeface="Georgia" pitchFamily="18" charset="0"/>
              <a:buNone/>
              <a:defRPr/>
            </a:pPr>
            <a:endParaRPr lang="en-US" altLang="zh-CN" sz="2200" b="1" dirty="0">
              <a:latin typeface="Times New Roman" pitchFamily="18" charset="0"/>
              <a:cs typeface="Times New Roman" pitchFamily="18" charset="0"/>
            </a:endParaRPr>
          </a:p>
          <a:p>
            <a:pPr marL="177800" indent="0" algn="just" eaLnBrk="1" hangingPunct="1">
              <a:lnSpc>
                <a:spcPts val="4200"/>
              </a:lnSpc>
              <a:spcBef>
                <a:spcPct val="30000"/>
              </a:spcBef>
              <a:buClr>
                <a:schemeClr val="tx1"/>
              </a:buClr>
              <a:buSzPct val="100000"/>
              <a:buFont typeface="Georgia" pitchFamily="18" charset="0"/>
              <a:buNone/>
              <a:defRPr/>
            </a:pPr>
            <a:endParaRPr lang="en-US" altLang="zh-CN" sz="2200" b="1" dirty="0">
              <a:latin typeface="Times New Roman" pitchFamily="18" charset="0"/>
              <a:cs typeface="Times New Roman" pitchFamily="18" charset="0"/>
            </a:endParaRPr>
          </a:p>
          <a:p>
            <a:pPr marL="177800" indent="0" algn="just" eaLnBrk="1" hangingPunct="1">
              <a:lnSpc>
                <a:spcPts val="4200"/>
              </a:lnSpc>
              <a:spcBef>
                <a:spcPct val="30000"/>
              </a:spcBef>
              <a:buClr>
                <a:schemeClr val="tx1"/>
              </a:buClr>
              <a:buSzPct val="100000"/>
              <a:buFont typeface="Georgia" pitchFamily="18" charset="0"/>
              <a:buNone/>
              <a:defRPr/>
            </a:pPr>
            <a:endParaRPr lang="en-US" altLang="zh-CN" sz="2200" b="1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0245" name="Line 4"/>
          <p:cNvSpPr>
            <a:spLocks noChangeShapeType="1"/>
          </p:cNvSpPr>
          <p:nvPr/>
        </p:nvSpPr>
        <p:spPr bwMode="auto">
          <a:xfrm>
            <a:off x="0" y="1503363"/>
            <a:ext cx="9144000" cy="0"/>
          </a:xfrm>
          <a:prstGeom prst="line">
            <a:avLst/>
          </a:prstGeom>
          <a:noFill/>
          <a:ln w="38100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10246" name="Line 5"/>
          <p:cNvSpPr>
            <a:spLocks noChangeShapeType="1"/>
          </p:cNvSpPr>
          <p:nvPr/>
        </p:nvSpPr>
        <p:spPr bwMode="auto">
          <a:xfrm>
            <a:off x="533400" y="0"/>
            <a:ext cx="0" cy="6858000"/>
          </a:xfrm>
          <a:prstGeom prst="line">
            <a:avLst/>
          </a:prstGeom>
          <a:noFill/>
          <a:ln w="38100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17" name="矩形 16"/>
          <p:cNvSpPr/>
          <p:nvPr/>
        </p:nvSpPr>
        <p:spPr>
          <a:xfrm>
            <a:off x="1547813" y="3429000"/>
            <a:ext cx="2160587" cy="68103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r>
              <a:rPr lang="zh-CN" altLang="en-US" sz="2000" b="1" dirty="0"/>
              <a:t>请求输入页大小</a:t>
            </a:r>
            <a:endParaRPr lang="en-US" altLang="zh-CN" sz="2000" b="1" dirty="0"/>
          </a:p>
        </p:txBody>
      </p:sp>
      <p:sp>
        <p:nvSpPr>
          <p:cNvPr id="18" name="矩形 17"/>
          <p:cNvSpPr/>
          <p:nvPr/>
        </p:nvSpPr>
        <p:spPr>
          <a:xfrm>
            <a:off x="1547813" y="4435475"/>
            <a:ext cx="2160587" cy="68103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r>
              <a:rPr lang="zh-CN" altLang="en-US" sz="2000" b="1" dirty="0"/>
              <a:t>请求输入总块数</a:t>
            </a:r>
          </a:p>
        </p:txBody>
      </p:sp>
      <p:cxnSp>
        <p:nvCxnSpPr>
          <p:cNvPr id="20" name="直接箭头连接符 19"/>
          <p:cNvCxnSpPr>
            <a:stCxn id="17" idx="2"/>
            <a:endCxn id="18" idx="0"/>
          </p:cNvCxnSpPr>
          <p:nvPr/>
        </p:nvCxnSpPr>
        <p:spPr>
          <a:xfrm>
            <a:off x="2627313" y="4110038"/>
            <a:ext cx="0" cy="325437"/>
          </a:xfrm>
          <a:prstGeom prst="straightConnector1">
            <a:avLst/>
          </a:prstGeom>
          <a:ln w="38100">
            <a:solidFill>
              <a:schemeClr val="tx1"/>
            </a:solidFill>
            <a:tailEnd type="arrow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1" name="矩形 20"/>
          <p:cNvSpPr/>
          <p:nvPr/>
        </p:nvSpPr>
        <p:spPr>
          <a:xfrm>
            <a:off x="1187450" y="5441950"/>
            <a:ext cx="2879725" cy="68103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r>
              <a:rPr lang="zh-CN" altLang="en-US" sz="2000" b="1" dirty="0"/>
              <a:t>初始化页队列、位示图</a:t>
            </a:r>
          </a:p>
        </p:txBody>
      </p:sp>
      <p:cxnSp>
        <p:nvCxnSpPr>
          <p:cNvPr id="25" name="直接箭头连接符 24"/>
          <p:cNvCxnSpPr>
            <a:stCxn id="18" idx="2"/>
            <a:endCxn id="21" idx="0"/>
          </p:cNvCxnSpPr>
          <p:nvPr/>
        </p:nvCxnSpPr>
        <p:spPr>
          <a:xfrm flipH="1">
            <a:off x="2627313" y="5116513"/>
            <a:ext cx="0" cy="325437"/>
          </a:xfrm>
          <a:prstGeom prst="straightConnector1">
            <a:avLst/>
          </a:prstGeom>
          <a:ln w="38100">
            <a:solidFill>
              <a:schemeClr val="tx1"/>
            </a:solidFill>
            <a:tailEnd type="arrow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44" name="矩形 43"/>
          <p:cNvSpPr/>
          <p:nvPr/>
        </p:nvSpPr>
        <p:spPr>
          <a:xfrm>
            <a:off x="5600700" y="3429000"/>
            <a:ext cx="2232025" cy="68103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r>
              <a:rPr lang="zh-CN" altLang="en-US" sz="2000" b="1" dirty="0"/>
              <a:t>请求输入进程大小</a:t>
            </a:r>
            <a:endParaRPr lang="en-US" altLang="zh-CN" sz="2000" b="1" dirty="0"/>
          </a:p>
        </p:txBody>
      </p:sp>
      <p:sp>
        <p:nvSpPr>
          <p:cNvPr id="47" name="矩形 46"/>
          <p:cNvSpPr/>
          <p:nvPr/>
        </p:nvSpPr>
        <p:spPr>
          <a:xfrm>
            <a:off x="5276850" y="4435475"/>
            <a:ext cx="2879725" cy="68103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r>
              <a:rPr lang="zh-CN" altLang="en-US" sz="2000" b="1" dirty="0"/>
              <a:t>初始化页表、</a:t>
            </a:r>
            <a:r>
              <a:rPr lang="en-US" altLang="zh-CN" sz="2000" b="1" dirty="0"/>
              <a:t>PCB</a:t>
            </a:r>
            <a:endParaRPr lang="zh-CN" altLang="en-US" sz="2000" b="1" dirty="0"/>
          </a:p>
        </p:txBody>
      </p:sp>
      <p:cxnSp>
        <p:nvCxnSpPr>
          <p:cNvPr id="48" name="直接箭头连接符 47"/>
          <p:cNvCxnSpPr>
            <a:stCxn id="44" idx="2"/>
            <a:endCxn id="47" idx="0"/>
          </p:cNvCxnSpPr>
          <p:nvPr/>
        </p:nvCxnSpPr>
        <p:spPr>
          <a:xfrm>
            <a:off x="6716713" y="4110038"/>
            <a:ext cx="0" cy="325437"/>
          </a:xfrm>
          <a:prstGeom prst="straightConnector1">
            <a:avLst/>
          </a:prstGeom>
          <a:ln w="38100">
            <a:solidFill>
              <a:schemeClr val="tx1"/>
            </a:solidFill>
            <a:tailEnd type="arrow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50" name="矩形 49"/>
          <p:cNvSpPr/>
          <p:nvPr/>
        </p:nvSpPr>
        <p:spPr>
          <a:xfrm>
            <a:off x="5600700" y="5441950"/>
            <a:ext cx="2232025" cy="68103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r>
              <a:rPr lang="zh-CN" altLang="en-US" sz="2000" b="1" dirty="0"/>
              <a:t>返回</a:t>
            </a:r>
            <a:r>
              <a:rPr lang="en-US" altLang="zh-CN" sz="2000" b="1" dirty="0"/>
              <a:t>PCB</a:t>
            </a:r>
            <a:r>
              <a:rPr lang="zh-CN" altLang="en-US" sz="2000" b="1" dirty="0"/>
              <a:t>指针</a:t>
            </a:r>
          </a:p>
        </p:txBody>
      </p:sp>
      <p:cxnSp>
        <p:nvCxnSpPr>
          <p:cNvPr id="51" name="直接箭头连接符 50"/>
          <p:cNvCxnSpPr>
            <a:stCxn id="47" idx="2"/>
            <a:endCxn id="50" idx="0"/>
          </p:cNvCxnSpPr>
          <p:nvPr/>
        </p:nvCxnSpPr>
        <p:spPr>
          <a:xfrm>
            <a:off x="6716713" y="5116513"/>
            <a:ext cx="0" cy="325437"/>
          </a:xfrm>
          <a:prstGeom prst="straightConnector1">
            <a:avLst/>
          </a:prstGeom>
          <a:ln w="38100">
            <a:solidFill>
              <a:schemeClr val="tx1"/>
            </a:solidFill>
            <a:tailEnd type="arrow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71407788"/>
      </p:ext>
    </p:extLst>
  </p:cSld>
  <p:clrMapOvr>
    <a:masterClrMapping/>
  </p:clrMapOvr>
  <p:transition>
    <p:random/>
    <p:sndAc>
      <p:stSnd>
        <p:snd r:embed="rId2" name="projctor.wav"/>
      </p:stSnd>
    </p:sndAc>
  </p:transition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灯片编号占位符 6"/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ts val="300"/>
              </a:spcBef>
              <a:buClr>
                <a:srgbClr val="A04DA3"/>
              </a:buClr>
              <a:buFont typeface="Georgia" pitchFamily="18" charset="0"/>
              <a:buChar char="•"/>
              <a:defRPr sz="2800">
                <a:solidFill>
                  <a:schemeClr val="tx1"/>
                </a:solidFill>
                <a:latin typeface="Georgia" pitchFamily="18" charset="0"/>
              </a:defRPr>
            </a:lvl1pPr>
            <a:lvl2pPr marL="742950" indent="-285750">
              <a:spcBef>
                <a:spcPts val="300"/>
              </a:spcBef>
              <a:buClr>
                <a:schemeClr val="accent2"/>
              </a:buClr>
              <a:buFont typeface="Georgia" pitchFamily="18" charset="0"/>
              <a:buChar char="▫"/>
              <a:defRPr sz="2600">
                <a:solidFill>
                  <a:schemeClr val="accent2"/>
                </a:solidFill>
                <a:latin typeface="Georgia" pitchFamily="18" charset="0"/>
              </a:defRPr>
            </a:lvl2pPr>
            <a:lvl3pPr marL="1143000" indent="-228600">
              <a:spcBef>
                <a:spcPts val="300"/>
              </a:spcBef>
              <a:buClr>
                <a:schemeClr val="accent1"/>
              </a:buClr>
              <a:buFont typeface="Wingdings 2" pitchFamily="18" charset="2"/>
              <a:buChar char=""/>
              <a:defRPr sz="2400">
                <a:solidFill>
                  <a:schemeClr val="accent1"/>
                </a:solidFill>
                <a:latin typeface="Georgia" pitchFamily="18" charset="0"/>
              </a:defRPr>
            </a:lvl3pPr>
            <a:lvl4pPr marL="1600200" indent="-228600">
              <a:spcBef>
                <a:spcPts val="300"/>
              </a:spcBef>
              <a:buClr>
                <a:schemeClr val="accent1"/>
              </a:buClr>
              <a:buFont typeface="Wingdings 2" pitchFamily="18" charset="2"/>
              <a:buChar char=""/>
              <a:defRPr sz="2200">
                <a:solidFill>
                  <a:schemeClr val="accent1"/>
                </a:solidFill>
                <a:latin typeface="Georgia" pitchFamily="18" charset="0"/>
              </a:defRPr>
            </a:lvl4pPr>
            <a:lvl5pPr marL="2057400" indent="-228600">
              <a:spcBef>
                <a:spcPts val="300"/>
              </a:spcBef>
              <a:buClr>
                <a:srgbClr val="A04DA3"/>
              </a:buClr>
              <a:buFont typeface="Georgia" pitchFamily="18" charset="0"/>
              <a:buChar char="▫"/>
              <a:defRPr sz="2000">
                <a:solidFill>
                  <a:srgbClr val="A04DA3"/>
                </a:solidFill>
                <a:latin typeface="Georgia" pitchFamily="18" charset="0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rgbClr val="A04DA3"/>
              </a:buClr>
              <a:buFont typeface="Georgia" pitchFamily="18" charset="0"/>
              <a:buChar char="▫"/>
              <a:defRPr sz="2000">
                <a:solidFill>
                  <a:srgbClr val="A04DA3"/>
                </a:solidFill>
                <a:latin typeface="Georgia" pitchFamily="18" charset="0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rgbClr val="A04DA3"/>
              </a:buClr>
              <a:buFont typeface="Georgia" pitchFamily="18" charset="0"/>
              <a:buChar char="▫"/>
              <a:defRPr sz="2000">
                <a:solidFill>
                  <a:srgbClr val="A04DA3"/>
                </a:solidFill>
                <a:latin typeface="Georgia" pitchFamily="18" charset="0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rgbClr val="A04DA3"/>
              </a:buClr>
              <a:buFont typeface="Georgia" pitchFamily="18" charset="0"/>
              <a:buChar char="▫"/>
              <a:defRPr sz="2000">
                <a:solidFill>
                  <a:srgbClr val="A04DA3"/>
                </a:solidFill>
                <a:latin typeface="Georgia" pitchFamily="18" charset="0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rgbClr val="A04DA3"/>
              </a:buClr>
              <a:buFont typeface="Georgia" pitchFamily="18" charset="0"/>
              <a:buChar char="▫"/>
              <a:defRPr sz="2000">
                <a:solidFill>
                  <a:srgbClr val="A04DA3"/>
                </a:solidFill>
                <a:latin typeface="Georgia" pitchFamily="18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3FA4B262-E0B6-4130-B31A-ECE4DA87137F}" type="slidenum">
              <a:rPr lang="zh-CN" altLang="en-US" sz="1800">
                <a:solidFill>
                  <a:srgbClr val="FFFFFF"/>
                </a:solidFill>
                <a:latin typeface="Times New Roman" pitchFamily="18" charset="0"/>
              </a:rPr>
              <a:pPr>
                <a:spcBef>
                  <a:spcPct val="0"/>
                </a:spcBef>
                <a:buClrTx/>
                <a:buFontTx/>
                <a:buNone/>
              </a:pPr>
              <a:t>20</a:t>
            </a:fld>
            <a:endParaRPr lang="en-US" altLang="zh-CN" sz="1800">
              <a:solidFill>
                <a:srgbClr val="FFFFFF"/>
              </a:solidFill>
              <a:latin typeface="Times New Roman" pitchFamily="18" charset="0"/>
            </a:endParaRPr>
          </a:p>
        </p:txBody>
      </p:sp>
      <p:sp>
        <p:nvSpPr>
          <p:cNvPr id="552962" name="Rectangle 2"/>
          <p:cNvSpPr>
            <a:spLocks noGrp="1" noChangeArrowheads="1"/>
          </p:cNvSpPr>
          <p:nvPr>
            <p:ph type="title"/>
          </p:nvPr>
        </p:nvSpPr>
        <p:spPr>
          <a:xfrm>
            <a:off x="685800" y="511175"/>
            <a:ext cx="8062913" cy="541338"/>
          </a:xfrm>
          <a:extLst>
            <a:ext uri="{91240B29-F687-4F45-9708-019B960494DF}">
              <a14:hiddenLine xmlns:a14="http://schemas.microsoft.com/office/drawing/2010/main" w="9525" cap="flat" cmpd="sng">
                <a:solidFill>
                  <a:schemeClr val="tx1"/>
                </a:solidFill>
                <a:prstDash val="solid"/>
                <a:miter lim="800000"/>
                <a:headEnd/>
                <a:tailEnd/>
              </a14:hiddenLine>
            </a:ext>
          </a:extLst>
        </p:spPr>
        <p:txBody>
          <a:bodyPr lIns="97332" tIns="48667" rIns="97332" bIns="48667" anchor="t">
            <a:spAutoFit/>
          </a:bodyPr>
          <a:lstStyle/>
          <a:p>
            <a:pPr defTabSz="966788" eaLnBrk="1" hangingPunct="1">
              <a:lnSpc>
                <a:spcPct val="90000"/>
              </a:lnSpc>
              <a:defRPr/>
            </a:pPr>
            <a:r>
              <a:rPr lang="zh-CN" altLang="en-US" sz="3200" b="1" dirty="0">
                <a:solidFill>
                  <a:prstClr val="black">
                    <a:lumMod val="85000"/>
                    <a:lumOff val="15000"/>
                  </a:prstClr>
                </a:solidFill>
                <a:latin typeface="华文新魏" pitchFamily="2" charset="-122"/>
                <a:ea typeface="华文新魏" pitchFamily="2" charset="-122"/>
              </a:rPr>
              <a:t>实验</a:t>
            </a:r>
            <a:r>
              <a:rPr lang="en-US" altLang="zh-CN" sz="3200" b="1" dirty="0">
                <a:solidFill>
                  <a:prstClr val="black">
                    <a:lumMod val="85000"/>
                    <a:lumOff val="15000"/>
                  </a:prstClr>
                </a:solidFill>
                <a:latin typeface="华文新魏" pitchFamily="2" charset="-122"/>
                <a:ea typeface="华文新魏" pitchFamily="2" charset="-122"/>
              </a:rPr>
              <a:t>4</a:t>
            </a:r>
            <a:r>
              <a:rPr lang="zh-CN" altLang="en-US" sz="3200" b="1" dirty="0">
                <a:solidFill>
                  <a:prstClr val="black">
                    <a:lumMod val="85000"/>
                    <a:lumOff val="15000"/>
                  </a:prstClr>
                </a:solidFill>
                <a:latin typeface="华文新魏" pitchFamily="2" charset="-122"/>
                <a:ea typeface="华文新魏" pitchFamily="2" charset="-122"/>
              </a:rPr>
              <a:t>  请求分页内存管理的模拟</a:t>
            </a:r>
            <a:endParaRPr lang="zh-CN" altLang="en-US" sz="4800" b="1" dirty="0">
              <a:solidFill>
                <a:schemeClr val="tx1">
                  <a:lumMod val="85000"/>
                  <a:lumOff val="15000"/>
                </a:schemeClr>
              </a:solidFill>
              <a:latin typeface="Times New Roman" pitchFamily="18" charset="0"/>
              <a:ea typeface="华文新魏" pitchFamily="2" charset="-122"/>
            </a:endParaRPr>
          </a:p>
        </p:txBody>
      </p:sp>
      <p:sp>
        <p:nvSpPr>
          <p:cNvPr id="11268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684213" y="1844675"/>
            <a:ext cx="7848600" cy="4103688"/>
          </a:xfrm>
          <a:extLst>
            <a:ext uri="{91240B29-F687-4F45-9708-019B960494DF}">
              <a14:hiddenLine xmlns:a14="http://schemas.microsoft.com/office/drawing/2010/main" w="9525" cap="flat" cmpd="sng">
                <a:solidFill>
                  <a:schemeClr val="tx1"/>
                </a:solidFill>
                <a:prstDash val="solid"/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marL="177800" indent="0" algn="ctr" eaLnBrk="1" hangingPunct="1">
              <a:lnSpc>
                <a:spcPts val="4200"/>
              </a:lnSpc>
              <a:spcBef>
                <a:spcPct val="30000"/>
              </a:spcBef>
              <a:buClr>
                <a:schemeClr val="tx1"/>
              </a:buClr>
              <a:buFont typeface="Georgia" pitchFamily="18" charset="0"/>
              <a:buNone/>
            </a:pPr>
            <a:r>
              <a:rPr lang="en-US" altLang="zh-CN" sz="2000" b="1">
                <a:latin typeface="Times New Roman" pitchFamily="18" charset="0"/>
                <a:cs typeface="Times New Roman" pitchFamily="18" charset="0"/>
              </a:rPr>
              <a:t>void Access(PCB* p);</a:t>
            </a:r>
          </a:p>
          <a:p>
            <a:pPr marL="177800" indent="0" algn="just" eaLnBrk="1" hangingPunct="1">
              <a:lnSpc>
                <a:spcPts val="4200"/>
              </a:lnSpc>
              <a:spcBef>
                <a:spcPct val="30000"/>
              </a:spcBef>
              <a:buClr>
                <a:schemeClr val="tx1"/>
              </a:buClr>
              <a:buFont typeface="Georgia" pitchFamily="18" charset="0"/>
              <a:buNone/>
            </a:pPr>
            <a:endParaRPr lang="en-US" altLang="zh-CN" sz="2000" b="1">
              <a:latin typeface="Times New Roman" pitchFamily="18" charset="0"/>
              <a:cs typeface="Times New Roman" pitchFamily="18" charset="0"/>
            </a:endParaRPr>
          </a:p>
          <a:p>
            <a:pPr marL="177800" indent="0" algn="just" eaLnBrk="1" hangingPunct="1">
              <a:lnSpc>
                <a:spcPts val="4200"/>
              </a:lnSpc>
              <a:spcBef>
                <a:spcPct val="30000"/>
              </a:spcBef>
              <a:buClr>
                <a:schemeClr val="tx1"/>
              </a:buClr>
              <a:buFont typeface="Georgia" pitchFamily="18" charset="0"/>
              <a:buNone/>
            </a:pPr>
            <a:endParaRPr lang="en-US" altLang="zh-CN" sz="2000" b="1">
              <a:latin typeface="Times New Roman" pitchFamily="18" charset="0"/>
              <a:cs typeface="Times New Roman" pitchFamily="18" charset="0"/>
            </a:endParaRPr>
          </a:p>
          <a:p>
            <a:pPr marL="177800" indent="0" algn="just" eaLnBrk="1" hangingPunct="1">
              <a:lnSpc>
                <a:spcPts val="4200"/>
              </a:lnSpc>
              <a:spcBef>
                <a:spcPct val="30000"/>
              </a:spcBef>
              <a:buClr>
                <a:schemeClr val="tx1"/>
              </a:buClr>
              <a:buFont typeface="Georgia" pitchFamily="18" charset="0"/>
              <a:buNone/>
            </a:pPr>
            <a:endParaRPr lang="en-US" altLang="zh-CN" sz="2000" b="1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1269" name="Line 4"/>
          <p:cNvSpPr>
            <a:spLocks noChangeShapeType="1"/>
          </p:cNvSpPr>
          <p:nvPr/>
        </p:nvSpPr>
        <p:spPr bwMode="auto">
          <a:xfrm>
            <a:off x="0" y="1503363"/>
            <a:ext cx="9144000" cy="0"/>
          </a:xfrm>
          <a:prstGeom prst="line">
            <a:avLst/>
          </a:prstGeom>
          <a:noFill/>
          <a:ln w="38100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11270" name="Line 5"/>
          <p:cNvSpPr>
            <a:spLocks noChangeShapeType="1"/>
          </p:cNvSpPr>
          <p:nvPr/>
        </p:nvSpPr>
        <p:spPr bwMode="auto">
          <a:xfrm>
            <a:off x="533400" y="0"/>
            <a:ext cx="0" cy="6858000"/>
          </a:xfrm>
          <a:prstGeom prst="line">
            <a:avLst/>
          </a:prstGeom>
          <a:noFill/>
          <a:ln w="38100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17" name="矩形 16"/>
          <p:cNvSpPr/>
          <p:nvPr/>
        </p:nvSpPr>
        <p:spPr>
          <a:xfrm>
            <a:off x="2187575" y="2708275"/>
            <a:ext cx="5256213" cy="538163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r>
              <a:rPr lang="zh-CN" altLang="en-US" sz="2000" b="1" dirty="0"/>
              <a:t>请求输入欲访问的逻辑地址（</a:t>
            </a:r>
            <a:r>
              <a:rPr lang="en-US" altLang="zh-CN" sz="2000" b="1" dirty="0" err="1"/>
              <a:t>logAddr</a:t>
            </a:r>
            <a:r>
              <a:rPr lang="zh-CN" altLang="en-US" sz="2000" b="1" dirty="0"/>
              <a:t>）</a:t>
            </a:r>
            <a:endParaRPr lang="en-US" altLang="zh-CN" sz="2000" b="1" dirty="0"/>
          </a:p>
        </p:txBody>
      </p:sp>
      <p:cxnSp>
        <p:nvCxnSpPr>
          <p:cNvPr id="20" name="直接箭头连接符 19"/>
          <p:cNvCxnSpPr>
            <a:stCxn id="17" idx="2"/>
          </p:cNvCxnSpPr>
          <p:nvPr/>
        </p:nvCxnSpPr>
        <p:spPr>
          <a:xfrm>
            <a:off x="4816475" y="3246438"/>
            <a:ext cx="0" cy="330200"/>
          </a:xfrm>
          <a:prstGeom prst="straightConnector1">
            <a:avLst/>
          </a:prstGeom>
          <a:ln w="38100">
            <a:solidFill>
              <a:schemeClr val="tx1"/>
            </a:solidFill>
            <a:tailEnd type="arrow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6" name="矩形 25"/>
          <p:cNvSpPr/>
          <p:nvPr/>
        </p:nvSpPr>
        <p:spPr>
          <a:xfrm>
            <a:off x="2187575" y="3576638"/>
            <a:ext cx="5256213" cy="71596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r>
              <a:rPr lang="zh-CN" altLang="en-US" sz="2000" b="1" dirty="0"/>
              <a:t>重定位以得到物理地址</a:t>
            </a:r>
            <a:endParaRPr lang="en-US" altLang="zh-CN" sz="2000" b="1" dirty="0"/>
          </a:p>
          <a:p>
            <a:pPr algn="ctr" eaLnBrk="1" hangingPunct="1">
              <a:defRPr/>
            </a:pPr>
            <a:r>
              <a:rPr lang="en-US" altLang="zh-CN" sz="2000" b="1" dirty="0" err="1"/>
              <a:t>int</a:t>
            </a:r>
            <a:r>
              <a:rPr lang="en-US" altLang="zh-CN" sz="2000" b="1" dirty="0"/>
              <a:t> </a:t>
            </a:r>
            <a:r>
              <a:rPr lang="en-US" altLang="zh-CN" sz="2000" b="1" dirty="0" err="1"/>
              <a:t>phyAddr</a:t>
            </a:r>
            <a:r>
              <a:rPr lang="en-US" altLang="zh-CN" sz="2000" b="1" dirty="0"/>
              <a:t> = Relocate(p, </a:t>
            </a:r>
            <a:r>
              <a:rPr lang="en-US" altLang="zh-CN" sz="2000" b="1" dirty="0" err="1"/>
              <a:t>logAddr</a:t>
            </a:r>
            <a:r>
              <a:rPr lang="en-US" altLang="zh-CN" sz="2000" b="1" dirty="0"/>
              <a:t>);</a:t>
            </a:r>
          </a:p>
        </p:txBody>
      </p:sp>
      <p:sp>
        <p:nvSpPr>
          <p:cNvPr id="11" name="菱形 10"/>
          <p:cNvSpPr/>
          <p:nvPr/>
        </p:nvSpPr>
        <p:spPr>
          <a:xfrm>
            <a:off x="3232150" y="4652963"/>
            <a:ext cx="3168650" cy="720725"/>
          </a:xfrm>
          <a:prstGeom prst="diamond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r>
              <a:rPr lang="en-US" altLang="zh-CN" sz="2000" b="1" dirty="0" err="1">
                <a:latin typeface="Times New Roman" pitchFamily="18" charset="0"/>
                <a:cs typeface="Times New Roman" pitchFamily="18" charset="0"/>
              </a:rPr>
              <a:t>phyAddr</a:t>
            </a:r>
            <a:r>
              <a:rPr lang="en-US" altLang="zh-CN" sz="2000" b="1" dirty="0">
                <a:latin typeface="Times New Roman" pitchFamily="18" charset="0"/>
                <a:cs typeface="Times New Roman" pitchFamily="18" charset="0"/>
              </a:rPr>
              <a:t> &lt; 0?</a:t>
            </a:r>
            <a:endParaRPr lang="zh-CN" altLang="en-US" sz="2000" b="1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8" name="矩形 27"/>
          <p:cNvSpPr/>
          <p:nvPr/>
        </p:nvSpPr>
        <p:spPr>
          <a:xfrm>
            <a:off x="1403350" y="5821363"/>
            <a:ext cx="2808288" cy="53816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r>
              <a:rPr lang="zh-CN" altLang="en-US" sz="2000" b="1" dirty="0"/>
              <a:t>输出错误：访问被拒绝</a:t>
            </a:r>
            <a:endParaRPr lang="en-US" altLang="zh-CN" sz="2000" b="1" dirty="0"/>
          </a:p>
        </p:txBody>
      </p:sp>
      <p:sp>
        <p:nvSpPr>
          <p:cNvPr id="29" name="矩形 28"/>
          <p:cNvSpPr/>
          <p:nvPr/>
        </p:nvSpPr>
        <p:spPr>
          <a:xfrm>
            <a:off x="5345113" y="5821363"/>
            <a:ext cx="2808287" cy="53816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r>
              <a:rPr lang="zh-CN" altLang="en-US" sz="2000" b="1" dirty="0"/>
              <a:t>输出</a:t>
            </a:r>
            <a:r>
              <a:rPr lang="en-US" altLang="zh-CN" sz="2000" b="1" dirty="0" err="1"/>
              <a:t>phyAddr</a:t>
            </a:r>
            <a:endParaRPr lang="en-US" altLang="zh-CN" sz="2000" b="1" dirty="0"/>
          </a:p>
        </p:txBody>
      </p:sp>
      <p:cxnSp>
        <p:nvCxnSpPr>
          <p:cNvPr id="30" name="直接连接符 29"/>
          <p:cNvCxnSpPr/>
          <p:nvPr/>
        </p:nvCxnSpPr>
        <p:spPr>
          <a:xfrm flipH="1">
            <a:off x="6389688" y="5013325"/>
            <a:ext cx="360362" cy="0"/>
          </a:xfrm>
          <a:prstGeom prst="line">
            <a:avLst/>
          </a:prstGeom>
          <a:ln w="381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2" name="直接箭头连接符 31"/>
          <p:cNvCxnSpPr>
            <a:endCxn id="29" idx="0"/>
          </p:cNvCxnSpPr>
          <p:nvPr/>
        </p:nvCxnSpPr>
        <p:spPr>
          <a:xfrm>
            <a:off x="6750050" y="5013325"/>
            <a:ext cx="0" cy="808038"/>
          </a:xfrm>
          <a:prstGeom prst="straightConnector1">
            <a:avLst/>
          </a:prstGeom>
          <a:ln w="38100">
            <a:solidFill>
              <a:schemeClr val="tx1"/>
            </a:solidFill>
            <a:tailEnd type="arrow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5" name="直接连接符 34"/>
          <p:cNvCxnSpPr/>
          <p:nvPr/>
        </p:nvCxnSpPr>
        <p:spPr>
          <a:xfrm flipH="1">
            <a:off x="2808288" y="5013325"/>
            <a:ext cx="423862" cy="0"/>
          </a:xfrm>
          <a:prstGeom prst="line">
            <a:avLst/>
          </a:prstGeom>
          <a:ln w="381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6" name="直接箭头连接符 35"/>
          <p:cNvCxnSpPr>
            <a:endCxn id="28" idx="0"/>
          </p:cNvCxnSpPr>
          <p:nvPr/>
        </p:nvCxnSpPr>
        <p:spPr>
          <a:xfrm>
            <a:off x="2808288" y="5013325"/>
            <a:ext cx="0" cy="808038"/>
          </a:xfrm>
          <a:prstGeom prst="straightConnector1">
            <a:avLst/>
          </a:prstGeom>
          <a:ln w="38100">
            <a:solidFill>
              <a:schemeClr val="tx1"/>
            </a:solidFill>
            <a:tailEnd type="arrow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5" name="直接箭头连接符 44"/>
          <p:cNvCxnSpPr>
            <a:stCxn id="26" idx="2"/>
          </p:cNvCxnSpPr>
          <p:nvPr/>
        </p:nvCxnSpPr>
        <p:spPr>
          <a:xfrm>
            <a:off x="4816475" y="4292600"/>
            <a:ext cx="0" cy="360363"/>
          </a:xfrm>
          <a:prstGeom prst="straightConnector1">
            <a:avLst/>
          </a:prstGeom>
          <a:ln w="38100">
            <a:solidFill>
              <a:schemeClr val="tx1"/>
            </a:solidFill>
            <a:tailEnd type="arrow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1282" name="矩形 36"/>
          <p:cNvSpPr>
            <a:spLocks noChangeArrowheads="1"/>
          </p:cNvSpPr>
          <p:nvPr/>
        </p:nvSpPr>
        <p:spPr bwMode="auto">
          <a:xfrm>
            <a:off x="3009900" y="4551363"/>
            <a:ext cx="369888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ts val="300"/>
              </a:spcBef>
              <a:buClr>
                <a:srgbClr val="A04DA3"/>
              </a:buClr>
              <a:buFont typeface="Georgia" pitchFamily="18" charset="0"/>
              <a:buChar char="•"/>
              <a:defRPr sz="2800">
                <a:solidFill>
                  <a:schemeClr val="tx1"/>
                </a:solidFill>
                <a:latin typeface="Georgia" pitchFamily="18" charset="0"/>
              </a:defRPr>
            </a:lvl1pPr>
            <a:lvl2pPr marL="742950" indent="-285750">
              <a:spcBef>
                <a:spcPts val="300"/>
              </a:spcBef>
              <a:buClr>
                <a:schemeClr val="accent2"/>
              </a:buClr>
              <a:buFont typeface="Georgia" pitchFamily="18" charset="0"/>
              <a:buChar char="▫"/>
              <a:defRPr sz="2600">
                <a:solidFill>
                  <a:schemeClr val="accent2"/>
                </a:solidFill>
                <a:latin typeface="Georgia" pitchFamily="18" charset="0"/>
              </a:defRPr>
            </a:lvl2pPr>
            <a:lvl3pPr marL="1143000" indent="-228600">
              <a:spcBef>
                <a:spcPts val="300"/>
              </a:spcBef>
              <a:buClr>
                <a:schemeClr val="accent1"/>
              </a:buClr>
              <a:buFont typeface="Wingdings 2" pitchFamily="18" charset="2"/>
              <a:buChar char=""/>
              <a:defRPr sz="2400">
                <a:solidFill>
                  <a:schemeClr val="accent1"/>
                </a:solidFill>
                <a:latin typeface="Georgia" pitchFamily="18" charset="0"/>
              </a:defRPr>
            </a:lvl3pPr>
            <a:lvl4pPr marL="1600200" indent="-228600">
              <a:spcBef>
                <a:spcPts val="300"/>
              </a:spcBef>
              <a:buClr>
                <a:schemeClr val="accent1"/>
              </a:buClr>
              <a:buFont typeface="Wingdings 2" pitchFamily="18" charset="2"/>
              <a:buChar char=""/>
              <a:defRPr sz="2200">
                <a:solidFill>
                  <a:schemeClr val="accent1"/>
                </a:solidFill>
                <a:latin typeface="Georgia" pitchFamily="18" charset="0"/>
              </a:defRPr>
            </a:lvl4pPr>
            <a:lvl5pPr marL="2057400" indent="-228600">
              <a:spcBef>
                <a:spcPts val="300"/>
              </a:spcBef>
              <a:buClr>
                <a:srgbClr val="A04DA3"/>
              </a:buClr>
              <a:buFont typeface="Georgia" pitchFamily="18" charset="0"/>
              <a:buChar char="▫"/>
              <a:defRPr sz="2000">
                <a:solidFill>
                  <a:srgbClr val="A04DA3"/>
                </a:solidFill>
                <a:latin typeface="Georgia" pitchFamily="18" charset="0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rgbClr val="A04DA3"/>
              </a:buClr>
              <a:buFont typeface="Georgia" pitchFamily="18" charset="0"/>
              <a:buChar char="▫"/>
              <a:defRPr sz="2000">
                <a:solidFill>
                  <a:srgbClr val="A04DA3"/>
                </a:solidFill>
                <a:latin typeface="Georgia" pitchFamily="18" charset="0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rgbClr val="A04DA3"/>
              </a:buClr>
              <a:buFont typeface="Georgia" pitchFamily="18" charset="0"/>
              <a:buChar char="▫"/>
              <a:defRPr sz="2000">
                <a:solidFill>
                  <a:srgbClr val="A04DA3"/>
                </a:solidFill>
                <a:latin typeface="Georgia" pitchFamily="18" charset="0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rgbClr val="A04DA3"/>
              </a:buClr>
              <a:buFont typeface="Georgia" pitchFamily="18" charset="0"/>
              <a:buChar char="▫"/>
              <a:defRPr sz="2000">
                <a:solidFill>
                  <a:srgbClr val="A04DA3"/>
                </a:solidFill>
                <a:latin typeface="Georgia" pitchFamily="18" charset="0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rgbClr val="A04DA3"/>
              </a:buClr>
              <a:buFont typeface="Georgia" pitchFamily="18" charset="0"/>
              <a:buChar char="▫"/>
              <a:defRPr sz="2000">
                <a:solidFill>
                  <a:srgbClr val="A04DA3"/>
                </a:solidFill>
                <a:latin typeface="Georgia" pitchFamily="18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2000" b="1">
                <a:latin typeface="Times New Roman" pitchFamily="18" charset="0"/>
              </a:rPr>
              <a:t>Y</a:t>
            </a:r>
            <a:endParaRPr lang="zh-CN" altLang="en-US" sz="2000">
              <a:latin typeface="Times New Roman" pitchFamily="18" charset="0"/>
            </a:endParaRPr>
          </a:p>
        </p:txBody>
      </p:sp>
      <p:sp>
        <p:nvSpPr>
          <p:cNvPr id="11283" name="矩形 48"/>
          <p:cNvSpPr>
            <a:spLocks noChangeArrowheads="1"/>
          </p:cNvSpPr>
          <p:nvPr/>
        </p:nvSpPr>
        <p:spPr bwMode="auto">
          <a:xfrm>
            <a:off x="6300788" y="4551363"/>
            <a:ext cx="369887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ts val="300"/>
              </a:spcBef>
              <a:buClr>
                <a:srgbClr val="A04DA3"/>
              </a:buClr>
              <a:buFont typeface="Georgia" pitchFamily="18" charset="0"/>
              <a:buChar char="•"/>
              <a:defRPr sz="2800">
                <a:solidFill>
                  <a:schemeClr val="tx1"/>
                </a:solidFill>
                <a:latin typeface="Georgia" pitchFamily="18" charset="0"/>
              </a:defRPr>
            </a:lvl1pPr>
            <a:lvl2pPr marL="742950" indent="-285750">
              <a:spcBef>
                <a:spcPts val="300"/>
              </a:spcBef>
              <a:buClr>
                <a:schemeClr val="accent2"/>
              </a:buClr>
              <a:buFont typeface="Georgia" pitchFamily="18" charset="0"/>
              <a:buChar char="▫"/>
              <a:defRPr sz="2600">
                <a:solidFill>
                  <a:schemeClr val="accent2"/>
                </a:solidFill>
                <a:latin typeface="Georgia" pitchFamily="18" charset="0"/>
              </a:defRPr>
            </a:lvl2pPr>
            <a:lvl3pPr marL="1143000" indent="-228600">
              <a:spcBef>
                <a:spcPts val="300"/>
              </a:spcBef>
              <a:buClr>
                <a:schemeClr val="accent1"/>
              </a:buClr>
              <a:buFont typeface="Wingdings 2" pitchFamily="18" charset="2"/>
              <a:buChar char=""/>
              <a:defRPr sz="2400">
                <a:solidFill>
                  <a:schemeClr val="accent1"/>
                </a:solidFill>
                <a:latin typeface="Georgia" pitchFamily="18" charset="0"/>
              </a:defRPr>
            </a:lvl3pPr>
            <a:lvl4pPr marL="1600200" indent="-228600">
              <a:spcBef>
                <a:spcPts val="300"/>
              </a:spcBef>
              <a:buClr>
                <a:schemeClr val="accent1"/>
              </a:buClr>
              <a:buFont typeface="Wingdings 2" pitchFamily="18" charset="2"/>
              <a:buChar char=""/>
              <a:defRPr sz="2200">
                <a:solidFill>
                  <a:schemeClr val="accent1"/>
                </a:solidFill>
                <a:latin typeface="Georgia" pitchFamily="18" charset="0"/>
              </a:defRPr>
            </a:lvl4pPr>
            <a:lvl5pPr marL="2057400" indent="-228600">
              <a:spcBef>
                <a:spcPts val="300"/>
              </a:spcBef>
              <a:buClr>
                <a:srgbClr val="A04DA3"/>
              </a:buClr>
              <a:buFont typeface="Georgia" pitchFamily="18" charset="0"/>
              <a:buChar char="▫"/>
              <a:defRPr sz="2000">
                <a:solidFill>
                  <a:srgbClr val="A04DA3"/>
                </a:solidFill>
                <a:latin typeface="Georgia" pitchFamily="18" charset="0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rgbClr val="A04DA3"/>
              </a:buClr>
              <a:buFont typeface="Georgia" pitchFamily="18" charset="0"/>
              <a:buChar char="▫"/>
              <a:defRPr sz="2000">
                <a:solidFill>
                  <a:srgbClr val="A04DA3"/>
                </a:solidFill>
                <a:latin typeface="Georgia" pitchFamily="18" charset="0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rgbClr val="A04DA3"/>
              </a:buClr>
              <a:buFont typeface="Georgia" pitchFamily="18" charset="0"/>
              <a:buChar char="▫"/>
              <a:defRPr sz="2000">
                <a:solidFill>
                  <a:srgbClr val="A04DA3"/>
                </a:solidFill>
                <a:latin typeface="Georgia" pitchFamily="18" charset="0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rgbClr val="A04DA3"/>
              </a:buClr>
              <a:buFont typeface="Georgia" pitchFamily="18" charset="0"/>
              <a:buChar char="▫"/>
              <a:defRPr sz="2000">
                <a:solidFill>
                  <a:srgbClr val="A04DA3"/>
                </a:solidFill>
                <a:latin typeface="Georgia" pitchFamily="18" charset="0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rgbClr val="A04DA3"/>
              </a:buClr>
              <a:buFont typeface="Georgia" pitchFamily="18" charset="0"/>
              <a:buChar char="▫"/>
              <a:defRPr sz="2000">
                <a:solidFill>
                  <a:srgbClr val="A04DA3"/>
                </a:solidFill>
                <a:latin typeface="Georgia" pitchFamily="18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2000" b="1">
                <a:latin typeface="Times New Roman" pitchFamily="18" charset="0"/>
              </a:rPr>
              <a:t>N</a:t>
            </a:r>
            <a:endParaRPr lang="zh-CN" altLang="en-US" sz="2000">
              <a:latin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91477129"/>
      </p:ext>
    </p:extLst>
  </p:cSld>
  <p:clrMapOvr>
    <a:masterClrMapping/>
  </p:clrMapOvr>
  <p:transition>
    <p:random/>
    <p:sndAc>
      <p:stSnd>
        <p:snd r:embed="rId2" name="projctor.wav"/>
      </p:stSnd>
    </p:sndAc>
  </p:transition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灯片编号占位符 6"/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ts val="300"/>
              </a:spcBef>
              <a:buClr>
                <a:srgbClr val="A04DA3"/>
              </a:buClr>
              <a:buFont typeface="Georgia" pitchFamily="18" charset="0"/>
              <a:buChar char="•"/>
              <a:defRPr sz="2800">
                <a:solidFill>
                  <a:schemeClr val="tx1"/>
                </a:solidFill>
                <a:latin typeface="Georgia" pitchFamily="18" charset="0"/>
              </a:defRPr>
            </a:lvl1pPr>
            <a:lvl2pPr marL="742950" indent="-285750">
              <a:spcBef>
                <a:spcPts val="300"/>
              </a:spcBef>
              <a:buClr>
                <a:schemeClr val="accent2"/>
              </a:buClr>
              <a:buFont typeface="Georgia" pitchFamily="18" charset="0"/>
              <a:buChar char="▫"/>
              <a:defRPr sz="2600">
                <a:solidFill>
                  <a:schemeClr val="accent2"/>
                </a:solidFill>
                <a:latin typeface="Georgia" pitchFamily="18" charset="0"/>
              </a:defRPr>
            </a:lvl2pPr>
            <a:lvl3pPr marL="1143000" indent="-228600">
              <a:spcBef>
                <a:spcPts val="300"/>
              </a:spcBef>
              <a:buClr>
                <a:schemeClr val="accent1"/>
              </a:buClr>
              <a:buFont typeface="Wingdings 2" pitchFamily="18" charset="2"/>
              <a:buChar char=""/>
              <a:defRPr sz="2400">
                <a:solidFill>
                  <a:schemeClr val="accent1"/>
                </a:solidFill>
                <a:latin typeface="Georgia" pitchFamily="18" charset="0"/>
              </a:defRPr>
            </a:lvl3pPr>
            <a:lvl4pPr marL="1600200" indent="-228600">
              <a:spcBef>
                <a:spcPts val="300"/>
              </a:spcBef>
              <a:buClr>
                <a:schemeClr val="accent1"/>
              </a:buClr>
              <a:buFont typeface="Wingdings 2" pitchFamily="18" charset="2"/>
              <a:buChar char=""/>
              <a:defRPr sz="2200">
                <a:solidFill>
                  <a:schemeClr val="accent1"/>
                </a:solidFill>
                <a:latin typeface="Georgia" pitchFamily="18" charset="0"/>
              </a:defRPr>
            </a:lvl4pPr>
            <a:lvl5pPr marL="2057400" indent="-228600">
              <a:spcBef>
                <a:spcPts val="300"/>
              </a:spcBef>
              <a:buClr>
                <a:srgbClr val="A04DA3"/>
              </a:buClr>
              <a:buFont typeface="Georgia" pitchFamily="18" charset="0"/>
              <a:buChar char="▫"/>
              <a:defRPr sz="2000">
                <a:solidFill>
                  <a:srgbClr val="A04DA3"/>
                </a:solidFill>
                <a:latin typeface="Georgia" pitchFamily="18" charset="0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rgbClr val="A04DA3"/>
              </a:buClr>
              <a:buFont typeface="Georgia" pitchFamily="18" charset="0"/>
              <a:buChar char="▫"/>
              <a:defRPr sz="2000">
                <a:solidFill>
                  <a:srgbClr val="A04DA3"/>
                </a:solidFill>
                <a:latin typeface="Georgia" pitchFamily="18" charset="0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rgbClr val="A04DA3"/>
              </a:buClr>
              <a:buFont typeface="Georgia" pitchFamily="18" charset="0"/>
              <a:buChar char="▫"/>
              <a:defRPr sz="2000">
                <a:solidFill>
                  <a:srgbClr val="A04DA3"/>
                </a:solidFill>
                <a:latin typeface="Georgia" pitchFamily="18" charset="0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rgbClr val="A04DA3"/>
              </a:buClr>
              <a:buFont typeface="Georgia" pitchFamily="18" charset="0"/>
              <a:buChar char="▫"/>
              <a:defRPr sz="2000">
                <a:solidFill>
                  <a:srgbClr val="A04DA3"/>
                </a:solidFill>
                <a:latin typeface="Georgia" pitchFamily="18" charset="0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rgbClr val="A04DA3"/>
              </a:buClr>
              <a:buFont typeface="Georgia" pitchFamily="18" charset="0"/>
              <a:buChar char="▫"/>
              <a:defRPr sz="2000">
                <a:solidFill>
                  <a:srgbClr val="A04DA3"/>
                </a:solidFill>
                <a:latin typeface="Georgia" pitchFamily="18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8E10E6B7-424B-47BF-B408-8EF614752E75}" type="slidenum">
              <a:rPr lang="zh-CN" altLang="en-US" sz="1800">
                <a:solidFill>
                  <a:srgbClr val="FFFFFF"/>
                </a:solidFill>
                <a:latin typeface="Times New Roman" pitchFamily="18" charset="0"/>
              </a:rPr>
              <a:pPr>
                <a:spcBef>
                  <a:spcPct val="0"/>
                </a:spcBef>
                <a:buClrTx/>
                <a:buFontTx/>
                <a:buNone/>
              </a:pPr>
              <a:t>21</a:t>
            </a:fld>
            <a:endParaRPr lang="en-US" altLang="zh-CN" sz="1800">
              <a:solidFill>
                <a:srgbClr val="FFFFFF"/>
              </a:solidFill>
              <a:latin typeface="Times New Roman" pitchFamily="18" charset="0"/>
            </a:endParaRPr>
          </a:p>
        </p:txBody>
      </p:sp>
      <p:sp>
        <p:nvSpPr>
          <p:cNvPr id="552962" name="Rectangle 2"/>
          <p:cNvSpPr>
            <a:spLocks noGrp="1" noChangeArrowheads="1"/>
          </p:cNvSpPr>
          <p:nvPr>
            <p:ph type="title"/>
          </p:nvPr>
        </p:nvSpPr>
        <p:spPr>
          <a:xfrm>
            <a:off x="685800" y="511175"/>
            <a:ext cx="8062913" cy="541338"/>
          </a:xfrm>
          <a:extLst>
            <a:ext uri="{91240B29-F687-4F45-9708-019B960494DF}">
              <a14:hiddenLine xmlns:a14="http://schemas.microsoft.com/office/drawing/2010/main" w="9525" cap="flat" cmpd="sng">
                <a:solidFill>
                  <a:schemeClr val="tx1"/>
                </a:solidFill>
                <a:prstDash val="solid"/>
                <a:miter lim="800000"/>
                <a:headEnd/>
                <a:tailEnd/>
              </a14:hiddenLine>
            </a:ext>
          </a:extLst>
        </p:spPr>
        <p:txBody>
          <a:bodyPr lIns="97332" tIns="48667" rIns="97332" bIns="48667" anchor="t">
            <a:spAutoFit/>
          </a:bodyPr>
          <a:lstStyle/>
          <a:p>
            <a:pPr defTabSz="966788" eaLnBrk="1" hangingPunct="1">
              <a:lnSpc>
                <a:spcPct val="90000"/>
              </a:lnSpc>
              <a:defRPr/>
            </a:pPr>
            <a:r>
              <a:rPr lang="zh-CN" altLang="en-US" sz="3200" b="1" dirty="0">
                <a:solidFill>
                  <a:prstClr val="black">
                    <a:lumMod val="85000"/>
                    <a:lumOff val="15000"/>
                  </a:prstClr>
                </a:solidFill>
                <a:latin typeface="华文新魏" pitchFamily="2" charset="-122"/>
                <a:ea typeface="华文新魏" pitchFamily="2" charset="-122"/>
              </a:rPr>
              <a:t>实验</a:t>
            </a:r>
            <a:r>
              <a:rPr lang="en-US" altLang="zh-CN" sz="3200" b="1" dirty="0">
                <a:solidFill>
                  <a:prstClr val="black">
                    <a:lumMod val="85000"/>
                    <a:lumOff val="15000"/>
                  </a:prstClr>
                </a:solidFill>
                <a:latin typeface="华文新魏" pitchFamily="2" charset="-122"/>
                <a:ea typeface="华文新魏" pitchFamily="2" charset="-122"/>
              </a:rPr>
              <a:t>4</a:t>
            </a:r>
            <a:r>
              <a:rPr lang="zh-CN" altLang="en-US" sz="3200" b="1" dirty="0">
                <a:solidFill>
                  <a:prstClr val="black">
                    <a:lumMod val="85000"/>
                    <a:lumOff val="15000"/>
                  </a:prstClr>
                </a:solidFill>
                <a:latin typeface="华文新魏" pitchFamily="2" charset="-122"/>
                <a:ea typeface="华文新魏" pitchFamily="2" charset="-122"/>
              </a:rPr>
              <a:t>  请求分页内存管理的模拟</a:t>
            </a:r>
            <a:endParaRPr lang="zh-CN" altLang="en-US" sz="4800" b="1" dirty="0">
              <a:solidFill>
                <a:schemeClr val="tx1">
                  <a:lumMod val="85000"/>
                  <a:lumOff val="15000"/>
                </a:schemeClr>
              </a:solidFill>
              <a:latin typeface="Times New Roman" pitchFamily="18" charset="0"/>
              <a:ea typeface="华文新魏" pitchFamily="2" charset="-122"/>
            </a:endParaRPr>
          </a:p>
        </p:txBody>
      </p:sp>
      <p:sp>
        <p:nvSpPr>
          <p:cNvPr id="552963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755650" y="1700213"/>
            <a:ext cx="7848600" cy="4824412"/>
          </a:xfrm>
          <a:extLst>
            <a:ext uri="{91240B29-F687-4F45-9708-019B960494DF}">
              <a14:hiddenLine xmlns:a14="http://schemas.microsoft.com/office/drawing/2010/main" w="9525" cap="flat" cmpd="sng">
                <a:solidFill>
                  <a:schemeClr val="tx1"/>
                </a:solidFill>
                <a:prstDash val="solid"/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marL="457200" indent="-457200" algn="just" eaLnBrk="1" hangingPunct="1">
              <a:lnSpc>
                <a:spcPts val="4000"/>
              </a:lnSpc>
              <a:spcBef>
                <a:spcPct val="30000"/>
              </a:spcBef>
              <a:buClr>
                <a:prstClr val="black"/>
              </a:buClr>
              <a:buSzPct val="100000"/>
              <a:buFont typeface="+mj-lt"/>
              <a:buAutoNum type="arabicPeriod" startAt="4"/>
              <a:defRPr/>
            </a:pPr>
            <a:r>
              <a:rPr lang="zh-CN" altLang="en-US" sz="2200" b="1" dirty="0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  <a:t>重定位的实现：</a:t>
            </a:r>
            <a:endParaRPr lang="en-US" altLang="zh-CN" sz="2200" b="1" dirty="0">
              <a:solidFill>
                <a:prstClr val="black"/>
              </a:solidFill>
              <a:latin typeface="Times New Roman" pitchFamily="18" charset="0"/>
              <a:cs typeface="Times New Roman" pitchFamily="18" charset="0"/>
            </a:endParaRPr>
          </a:p>
          <a:p>
            <a:pPr marL="177800" indent="0" algn="just" eaLnBrk="1" hangingPunct="1">
              <a:lnSpc>
                <a:spcPts val="4000"/>
              </a:lnSpc>
              <a:spcBef>
                <a:spcPct val="30000"/>
              </a:spcBef>
              <a:buClr>
                <a:schemeClr val="tx1"/>
              </a:buClr>
              <a:buSzPct val="100000"/>
              <a:buFont typeface="Georgia" pitchFamily="18" charset="0"/>
              <a:buNone/>
              <a:defRPr/>
            </a:pPr>
            <a:r>
              <a:rPr lang="en-US" altLang="zh-CN" sz="2000" b="1" dirty="0" err="1">
                <a:latin typeface="Times New Roman" pitchFamily="18" charset="0"/>
                <a:cs typeface="Times New Roman" pitchFamily="18" charset="0"/>
              </a:rPr>
              <a:t>int</a:t>
            </a:r>
            <a:r>
              <a:rPr lang="en-US" altLang="zh-CN" sz="2000" b="1" dirty="0">
                <a:latin typeface="Times New Roman" pitchFamily="18" charset="0"/>
                <a:cs typeface="Times New Roman" pitchFamily="18" charset="0"/>
              </a:rPr>
              <a:t> Relocate(PCB* p, </a:t>
            </a:r>
            <a:r>
              <a:rPr lang="en-US" altLang="zh-CN" sz="2000" b="1" dirty="0" err="1">
                <a:latin typeface="Times New Roman" pitchFamily="18" charset="0"/>
                <a:cs typeface="Times New Roman" pitchFamily="18" charset="0"/>
              </a:rPr>
              <a:t>int</a:t>
            </a:r>
            <a:r>
              <a:rPr lang="en-US" altLang="zh-CN" sz="2000" b="1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2000" b="1" dirty="0" err="1">
                <a:latin typeface="Times New Roman" pitchFamily="18" charset="0"/>
                <a:cs typeface="Times New Roman" pitchFamily="18" charset="0"/>
              </a:rPr>
              <a:t>logAddr</a:t>
            </a:r>
            <a:r>
              <a:rPr lang="en-US" altLang="zh-CN" sz="2000" b="1" dirty="0">
                <a:latin typeface="Times New Roman" pitchFamily="18" charset="0"/>
                <a:cs typeface="Times New Roman" pitchFamily="18" charset="0"/>
              </a:rPr>
              <a:t>);</a:t>
            </a:r>
          </a:p>
          <a:p>
            <a:pPr marL="177800" indent="0" algn="just" eaLnBrk="1" hangingPunct="1">
              <a:lnSpc>
                <a:spcPts val="4000"/>
              </a:lnSpc>
              <a:spcBef>
                <a:spcPct val="30000"/>
              </a:spcBef>
              <a:buClr>
                <a:schemeClr val="tx1"/>
              </a:buClr>
              <a:buSzPct val="100000"/>
              <a:buFont typeface="Georgia" pitchFamily="18" charset="0"/>
              <a:buNone/>
              <a:defRPr/>
            </a:pPr>
            <a:r>
              <a:rPr lang="zh-CN" altLang="en-US" sz="2000" b="1" dirty="0">
                <a:latin typeface="Times New Roman" pitchFamily="18" charset="0"/>
                <a:cs typeface="Times New Roman" pitchFamily="18" charset="0"/>
              </a:rPr>
              <a:t>此函数模拟</a:t>
            </a:r>
            <a:r>
              <a:rPr lang="en-US" altLang="zh-CN" sz="2000" b="1" dirty="0">
                <a:latin typeface="Times New Roman" pitchFamily="18" charset="0"/>
                <a:cs typeface="Times New Roman" pitchFamily="18" charset="0"/>
              </a:rPr>
              <a:t>MMU</a:t>
            </a:r>
            <a:r>
              <a:rPr lang="zh-CN" altLang="en-US" sz="2000" b="1" dirty="0">
                <a:latin typeface="Times New Roman" pitchFamily="18" charset="0"/>
                <a:cs typeface="Times New Roman" pitchFamily="18" charset="0"/>
              </a:rPr>
              <a:t>的工作，对逻辑地址（</a:t>
            </a:r>
            <a:r>
              <a:rPr lang="en-US" altLang="zh-CN" sz="2000" b="1" dirty="0" err="1">
                <a:latin typeface="Times New Roman" pitchFamily="18" charset="0"/>
                <a:cs typeface="Times New Roman" pitchFamily="18" charset="0"/>
              </a:rPr>
              <a:t>logAddr</a:t>
            </a:r>
            <a:r>
              <a:rPr lang="zh-CN" altLang="en-US" sz="2000" b="1" dirty="0">
                <a:latin typeface="Times New Roman" pitchFamily="18" charset="0"/>
                <a:cs typeface="Times New Roman" pitchFamily="18" charset="0"/>
              </a:rPr>
              <a:t>）进行重定位，并返回物理地址值，若所给出的逻辑地址非法（越界），则返回</a:t>
            </a:r>
            <a:r>
              <a:rPr lang="en-US" altLang="zh-CN" sz="2000" b="1" dirty="0">
                <a:latin typeface="Times New Roman" pitchFamily="18" charset="0"/>
                <a:cs typeface="Times New Roman" pitchFamily="18" charset="0"/>
              </a:rPr>
              <a:t>-1</a:t>
            </a:r>
            <a:r>
              <a:rPr lang="zh-CN" altLang="en-US" sz="2000" b="1" dirty="0">
                <a:latin typeface="Times New Roman" pitchFamily="18" charset="0"/>
                <a:cs typeface="Times New Roman" pitchFamily="18" charset="0"/>
              </a:rPr>
              <a:t>。</a:t>
            </a:r>
            <a:endParaRPr lang="en-US" altLang="zh-CN" sz="2000" b="1" dirty="0">
              <a:latin typeface="Times New Roman" pitchFamily="18" charset="0"/>
              <a:cs typeface="Times New Roman" pitchFamily="18" charset="0"/>
            </a:endParaRPr>
          </a:p>
          <a:p>
            <a:pPr marL="177800" indent="0" algn="just" eaLnBrk="1" hangingPunct="1">
              <a:lnSpc>
                <a:spcPts val="4000"/>
              </a:lnSpc>
              <a:spcBef>
                <a:spcPct val="30000"/>
              </a:spcBef>
              <a:buClr>
                <a:schemeClr val="tx1"/>
              </a:buClr>
              <a:buSzPct val="100000"/>
              <a:buFont typeface="Georgia" pitchFamily="18" charset="0"/>
              <a:buNone/>
              <a:defRPr/>
            </a:pPr>
            <a:r>
              <a:rPr lang="zh-CN" altLang="en-US" sz="2000" b="1" dirty="0">
                <a:latin typeface="Times New Roman" pitchFamily="18" charset="0"/>
                <a:cs typeface="Times New Roman" pitchFamily="18" charset="0"/>
              </a:rPr>
              <a:t>此函数执行中，访问某页（</a:t>
            </a:r>
            <a:r>
              <a:rPr lang="en-US" altLang="zh-CN" sz="2000" b="1" dirty="0">
                <a:latin typeface="Times New Roman" pitchFamily="18" charset="0"/>
                <a:cs typeface="Times New Roman" pitchFamily="18" charset="0"/>
              </a:rPr>
              <a:t>page</a:t>
            </a:r>
            <a:r>
              <a:rPr lang="zh-CN" altLang="en-US" sz="2000" b="1" dirty="0">
                <a:latin typeface="Times New Roman" pitchFamily="18" charset="0"/>
                <a:cs typeface="Times New Roman" pitchFamily="18" charset="0"/>
              </a:rPr>
              <a:t>）时若发生缺页则调用函数：</a:t>
            </a:r>
            <a:endParaRPr lang="en-US" altLang="zh-CN" sz="2000" b="1" dirty="0">
              <a:latin typeface="Times New Roman" pitchFamily="18" charset="0"/>
              <a:cs typeface="Times New Roman" pitchFamily="18" charset="0"/>
            </a:endParaRPr>
          </a:p>
          <a:p>
            <a:pPr marL="177800" indent="0" algn="just" eaLnBrk="1" hangingPunct="1">
              <a:lnSpc>
                <a:spcPts val="4000"/>
              </a:lnSpc>
              <a:spcBef>
                <a:spcPct val="30000"/>
              </a:spcBef>
              <a:buClr>
                <a:schemeClr val="tx1"/>
              </a:buClr>
              <a:buSzPct val="100000"/>
              <a:buFont typeface="Georgia" pitchFamily="18" charset="0"/>
              <a:buNone/>
              <a:defRPr/>
            </a:pPr>
            <a:r>
              <a:rPr lang="en-US" altLang="zh-CN" sz="2000" b="1" dirty="0">
                <a:latin typeface="Times New Roman" pitchFamily="18" charset="0"/>
                <a:cs typeface="Times New Roman" pitchFamily="18" charset="0"/>
              </a:rPr>
              <a:t>	void </a:t>
            </a:r>
            <a:r>
              <a:rPr lang="en-US" altLang="zh-CN" sz="2000" b="1" dirty="0" err="1">
                <a:latin typeface="Times New Roman" pitchFamily="18" charset="0"/>
                <a:cs typeface="Times New Roman" pitchFamily="18" charset="0"/>
              </a:rPr>
              <a:t>LackPage</a:t>
            </a:r>
            <a:r>
              <a:rPr lang="en-US" altLang="zh-CN" sz="2000" b="1" dirty="0">
                <a:latin typeface="Times New Roman" pitchFamily="18" charset="0"/>
                <a:cs typeface="Times New Roman" pitchFamily="18" charset="0"/>
              </a:rPr>
              <a:t>(Page* page);	</a:t>
            </a:r>
            <a:r>
              <a:rPr lang="zh-CN" altLang="en-US" sz="2000" b="1" dirty="0">
                <a:latin typeface="Times New Roman" pitchFamily="18" charset="0"/>
                <a:cs typeface="Times New Roman" pitchFamily="18" charset="0"/>
              </a:rPr>
              <a:t>模拟缺页中断处理</a:t>
            </a:r>
            <a:endParaRPr lang="en-US" altLang="zh-CN" sz="2000" b="1" dirty="0">
              <a:latin typeface="Times New Roman" pitchFamily="18" charset="0"/>
              <a:cs typeface="Times New Roman" pitchFamily="18" charset="0"/>
            </a:endParaRPr>
          </a:p>
          <a:p>
            <a:pPr marL="177800" indent="0" algn="just" eaLnBrk="1" hangingPunct="1">
              <a:lnSpc>
                <a:spcPts val="4000"/>
              </a:lnSpc>
              <a:spcBef>
                <a:spcPct val="30000"/>
              </a:spcBef>
              <a:buClr>
                <a:schemeClr val="tx1"/>
              </a:buClr>
              <a:buSzPct val="100000"/>
              <a:buFont typeface="Georgia" pitchFamily="18" charset="0"/>
              <a:buNone/>
              <a:defRPr/>
            </a:pPr>
            <a:r>
              <a:rPr lang="zh-CN" altLang="en-US" sz="2000" b="1" dirty="0">
                <a:latin typeface="Times New Roman" pitchFamily="18" charset="0"/>
                <a:cs typeface="Times New Roman" pitchFamily="18" charset="0"/>
              </a:rPr>
              <a:t>否则将访问到的页（</a:t>
            </a:r>
            <a:r>
              <a:rPr lang="en-US" altLang="zh-CN" sz="2000" b="1" dirty="0">
                <a:latin typeface="Times New Roman" pitchFamily="18" charset="0"/>
                <a:cs typeface="Times New Roman" pitchFamily="18" charset="0"/>
              </a:rPr>
              <a:t>page</a:t>
            </a:r>
            <a:r>
              <a:rPr lang="zh-CN" altLang="en-US" sz="2000" b="1" dirty="0">
                <a:latin typeface="Times New Roman" pitchFamily="18" charset="0"/>
                <a:cs typeface="Times New Roman" pitchFamily="18" charset="0"/>
              </a:rPr>
              <a:t>）的访问位（</a:t>
            </a:r>
            <a:r>
              <a:rPr lang="en-US" altLang="zh-CN" sz="2000" b="1" dirty="0">
                <a:latin typeface="Times New Roman" pitchFamily="18" charset="0"/>
                <a:cs typeface="Times New Roman" pitchFamily="18" charset="0"/>
              </a:rPr>
              <a:t>A</a:t>
            </a:r>
            <a:r>
              <a:rPr lang="zh-CN" altLang="en-US" sz="2000" b="1" dirty="0">
                <a:latin typeface="Times New Roman" pitchFamily="18" charset="0"/>
                <a:cs typeface="Times New Roman" pitchFamily="18" charset="0"/>
              </a:rPr>
              <a:t>）置</a:t>
            </a:r>
            <a:r>
              <a:rPr lang="en-US" altLang="zh-CN" sz="2000" b="1" dirty="0">
                <a:latin typeface="Times New Roman" pitchFamily="18" charset="0"/>
                <a:cs typeface="Times New Roman" pitchFamily="18" charset="0"/>
              </a:rPr>
              <a:t>1</a:t>
            </a:r>
            <a:r>
              <a:rPr lang="zh-CN" altLang="en-US" sz="2000" b="1" dirty="0">
                <a:latin typeface="Times New Roman" pitchFamily="18" charset="0"/>
                <a:cs typeface="Times New Roman" pitchFamily="18" charset="0"/>
              </a:rPr>
              <a:t>，并调用函数：</a:t>
            </a:r>
            <a:endParaRPr lang="en-US" altLang="zh-CN" sz="2000" b="1" dirty="0">
              <a:latin typeface="Times New Roman" pitchFamily="18" charset="0"/>
              <a:cs typeface="Times New Roman" pitchFamily="18" charset="0"/>
            </a:endParaRPr>
          </a:p>
          <a:p>
            <a:pPr marL="533400" indent="0" algn="just" eaLnBrk="1" hangingPunct="1">
              <a:lnSpc>
                <a:spcPts val="4000"/>
              </a:lnSpc>
              <a:spcBef>
                <a:spcPct val="30000"/>
              </a:spcBef>
              <a:buClr>
                <a:schemeClr val="tx1"/>
              </a:buClr>
              <a:buSzPct val="100000"/>
              <a:buFont typeface="Georgia" pitchFamily="18" charset="0"/>
              <a:buNone/>
              <a:defRPr/>
            </a:pPr>
            <a:r>
              <a:rPr lang="en-US" altLang="zh-CN" sz="2000" b="1" dirty="0">
                <a:latin typeface="Times New Roman" pitchFamily="18" charset="0"/>
                <a:cs typeface="Times New Roman" pitchFamily="18" charset="0"/>
              </a:rPr>
              <a:t>void </a:t>
            </a:r>
            <a:r>
              <a:rPr lang="en-US" altLang="zh-CN" sz="2000" b="1" dirty="0" err="1">
                <a:latin typeface="Times New Roman" pitchFamily="18" charset="0"/>
                <a:cs typeface="Times New Roman" pitchFamily="18" charset="0"/>
              </a:rPr>
              <a:t>NonLackPage</a:t>
            </a:r>
            <a:r>
              <a:rPr lang="en-US" altLang="zh-CN" sz="2000" b="1" dirty="0">
                <a:latin typeface="Times New Roman" pitchFamily="18" charset="0"/>
                <a:cs typeface="Times New Roman" pitchFamily="18" charset="0"/>
              </a:rPr>
              <a:t> (Page* page);	</a:t>
            </a:r>
            <a:r>
              <a:rPr lang="zh-CN" altLang="en-US" sz="2000" b="1" dirty="0">
                <a:latin typeface="Times New Roman" pitchFamily="18" charset="0"/>
                <a:cs typeface="Times New Roman" pitchFamily="18" charset="0"/>
              </a:rPr>
              <a:t>模拟</a:t>
            </a:r>
            <a:r>
              <a:rPr lang="en-US" altLang="zh-CN" sz="2000" b="1" dirty="0">
                <a:latin typeface="Times New Roman" pitchFamily="18" charset="0"/>
                <a:cs typeface="Times New Roman" pitchFamily="18" charset="0"/>
              </a:rPr>
              <a:t>MMU</a:t>
            </a:r>
            <a:r>
              <a:rPr lang="zh-CN" altLang="en-US" sz="2000" b="1" dirty="0">
                <a:latin typeface="Times New Roman" pitchFamily="18" charset="0"/>
                <a:cs typeface="Times New Roman" pitchFamily="18" charset="0"/>
              </a:rPr>
              <a:t>的特殊硬件支持</a:t>
            </a:r>
            <a:endParaRPr lang="en-US" altLang="zh-CN" sz="2000" b="1" dirty="0">
              <a:latin typeface="Times New Roman" pitchFamily="18" charset="0"/>
              <a:cs typeface="Times New Roman" pitchFamily="18" charset="0"/>
            </a:endParaRPr>
          </a:p>
          <a:p>
            <a:pPr marL="177800" indent="0" algn="just" eaLnBrk="1" hangingPunct="1">
              <a:lnSpc>
                <a:spcPts val="4000"/>
              </a:lnSpc>
              <a:spcBef>
                <a:spcPct val="30000"/>
              </a:spcBef>
              <a:buClr>
                <a:schemeClr val="tx1"/>
              </a:buClr>
              <a:buSzPct val="100000"/>
              <a:buFont typeface="Georgia" pitchFamily="18" charset="0"/>
              <a:buNone/>
              <a:defRPr/>
            </a:pPr>
            <a:endParaRPr lang="en-US" altLang="zh-CN" sz="2000" b="1" dirty="0">
              <a:latin typeface="Times New Roman" pitchFamily="18" charset="0"/>
              <a:cs typeface="Times New Roman" pitchFamily="18" charset="0"/>
            </a:endParaRPr>
          </a:p>
          <a:p>
            <a:pPr marL="177800" indent="0" algn="just" eaLnBrk="1" hangingPunct="1">
              <a:lnSpc>
                <a:spcPts val="4000"/>
              </a:lnSpc>
              <a:spcBef>
                <a:spcPct val="30000"/>
              </a:spcBef>
              <a:buClr>
                <a:schemeClr val="tx1"/>
              </a:buClr>
              <a:buSzPct val="100000"/>
              <a:buFont typeface="Georgia" pitchFamily="18" charset="0"/>
              <a:buNone/>
              <a:defRPr/>
            </a:pPr>
            <a:endParaRPr lang="en-US" altLang="zh-CN" sz="2000" b="1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2293" name="Line 4"/>
          <p:cNvSpPr>
            <a:spLocks noChangeShapeType="1"/>
          </p:cNvSpPr>
          <p:nvPr/>
        </p:nvSpPr>
        <p:spPr bwMode="auto">
          <a:xfrm>
            <a:off x="0" y="1503363"/>
            <a:ext cx="9144000" cy="0"/>
          </a:xfrm>
          <a:prstGeom prst="line">
            <a:avLst/>
          </a:prstGeom>
          <a:noFill/>
          <a:ln w="38100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12294" name="Line 5"/>
          <p:cNvSpPr>
            <a:spLocks noChangeShapeType="1"/>
          </p:cNvSpPr>
          <p:nvPr/>
        </p:nvSpPr>
        <p:spPr bwMode="auto">
          <a:xfrm>
            <a:off x="533400" y="0"/>
            <a:ext cx="0" cy="6858000"/>
          </a:xfrm>
          <a:prstGeom prst="line">
            <a:avLst/>
          </a:prstGeom>
          <a:noFill/>
          <a:ln w="38100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36371496"/>
      </p:ext>
    </p:extLst>
  </p:cSld>
  <p:clrMapOvr>
    <a:masterClrMapping/>
  </p:clrMapOvr>
  <p:transition>
    <p:random/>
    <p:sndAc>
      <p:stSnd>
        <p:snd r:embed="rId2" name="projctor.wav"/>
      </p:stSnd>
    </p:sndAc>
  </p:transition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灯片编号占位符 6"/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ts val="300"/>
              </a:spcBef>
              <a:buClr>
                <a:srgbClr val="A04DA3"/>
              </a:buClr>
              <a:buFont typeface="Georgia" pitchFamily="18" charset="0"/>
              <a:buChar char="•"/>
              <a:defRPr sz="2800">
                <a:solidFill>
                  <a:schemeClr val="tx1"/>
                </a:solidFill>
                <a:latin typeface="Georgia" pitchFamily="18" charset="0"/>
              </a:defRPr>
            </a:lvl1pPr>
            <a:lvl2pPr marL="742950" indent="-285750">
              <a:spcBef>
                <a:spcPts val="300"/>
              </a:spcBef>
              <a:buClr>
                <a:schemeClr val="accent2"/>
              </a:buClr>
              <a:buFont typeface="Georgia" pitchFamily="18" charset="0"/>
              <a:buChar char="▫"/>
              <a:defRPr sz="2600">
                <a:solidFill>
                  <a:schemeClr val="accent2"/>
                </a:solidFill>
                <a:latin typeface="Georgia" pitchFamily="18" charset="0"/>
              </a:defRPr>
            </a:lvl2pPr>
            <a:lvl3pPr marL="1143000" indent="-228600">
              <a:spcBef>
                <a:spcPts val="300"/>
              </a:spcBef>
              <a:buClr>
                <a:schemeClr val="accent1"/>
              </a:buClr>
              <a:buFont typeface="Wingdings 2" pitchFamily="18" charset="2"/>
              <a:buChar char=""/>
              <a:defRPr sz="2400">
                <a:solidFill>
                  <a:schemeClr val="accent1"/>
                </a:solidFill>
                <a:latin typeface="Georgia" pitchFamily="18" charset="0"/>
              </a:defRPr>
            </a:lvl3pPr>
            <a:lvl4pPr marL="1600200" indent="-228600">
              <a:spcBef>
                <a:spcPts val="300"/>
              </a:spcBef>
              <a:buClr>
                <a:schemeClr val="accent1"/>
              </a:buClr>
              <a:buFont typeface="Wingdings 2" pitchFamily="18" charset="2"/>
              <a:buChar char=""/>
              <a:defRPr sz="2200">
                <a:solidFill>
                  <a:schemeClr val="accent1"/>
                </a:solidFill>
                <a:latin typeface="Georgia" pitchFamily="18" charset="0"/>
              </a:defRPr>
            </a:lvl4pPr>
            <a:lvl5pPr marL="2057400" indent="-228600">
              <a:spcBef>
                <a:spcPts val="300"/>
              </a:spcBef>
              <a:buClr>
                <a:srgbClr val="A04DA3"/>
              </a:buClr>
              <a:buFont typeface="Georgia" pitchFamily="18" charset="0"/>
              <a:buChar char="▫"/>
              <a:defRPr sz="2000">
                <a:solidFill>
                  <a:srgbClr val="A04DA3"/>
                </a:solidFill>
                <a:latin typeface="Georgia" pitchFamily="18" charset="0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rgbClr val="A04DA3"/>
              </a:buClr>
              <a:buFont typeface="Georgia" pitchFamily="18" charset="0"/>
              <a:buChar char="▫"/>
              <a:defRPr sz="2000">
                <a:solidFill>
                  <a:srgbClr val="A04DA3"/>
                </a:solidFill>
                <a:latin typeface="Georgia" pitchFamily="18" charset="0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rgbClr val="A04DA3"/>
              </a:buClr>
              <a:buFont typeface="Georgia" pitchFamily="18" charset="0"/>
              <a:buChar char="▫"/>
              <a:defRPr sz="2000">
                <a:solidFill>
                  <a:srgbClr val="A04DA3"/>
                </a:solidFill>
                <a:latin typeface="Georgia" pitchFamily="18" charset="0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rgbClr val="A04DA3"/>
              </a:buClr>
              <a:buFont typeface="Georgia" pitchFamily="18" charset="0"/>
              <a:buChar char="▫"/>
              <a:defRPr sz="2000">
                <a:solidFill>
                  <a:srgbClr val="A04DA3"/>
                </a:solidFill>
                <a:latin typeface="Georgia" pitchFamily="18" charset="0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rgbClr val="A04DA3"/>
              </a:buClr>
              <a:buFont typeface="Georgia" pitchFamily="18" charset="0"/>
              <a:buChar char="▫"/>
              <a:defRPr sz="2000">
                <a:solidFill>
                  <a:srgbClr val="A04DA3"/>
                </a:solidFill>
                <a:latin typeface="Georgia" pitchFamily="18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6AB56461-00A8-4998-A5EB-34513167346B}" type="slidenum">
              <a:rPr lang="zh-CN" altLang="en-US" sz="1800">
                <a:solidFill>
                  <a:srgbClr val="FFFFFF"/>
                </a:solidFill>
                <a:latin typeface="Times New Roman" pitchFamily="18" charset="0"/>
              </a:rPr>
              <a:pPr>
                <a:spcBef>
                  <a:spcPct val="0"/>
                </a:spcBef>
                <a:buClrTx/>
                <a:buFontTx/>
                <a:buNone/>
              </a:pPr>
              <a:t>22</a:t>
            </a:fld>
            <a:endParaRPr lang="en-US" altLang="zh-CN" sz="1800">
              <a:solidFill>
                <a:srgbClr val="FFFFFF"/>
              </a:solidFill>
              <a:latin typeface="Times New Roman" pitchFamily="18" charset="0"/>
            </a:endParaRPr>
          </a:p>
        </p:txBody>
      </p:sp>
      <p:sp>
        <p:nvSpPr>
          <p:cNvPr id="552962" name="Rectangle 2"/>
          <p:cNvSpPr>
            <a:spLocks noGrp="1" noChangeArrowheads="1"/>
          </p:cNvSpPr>
          <p:nvPr>
            <p:ph type="title"/>
          </p:nvPr>
        </p:nvSpPr>
        <p:spPr>
          <a:xfrm>
            <a:off x="685800" y="511175"/>
            <a:ext cx="8062913" cy="541338"/>
          </a:xfrm>
          <a:extLst>
            <a:ext uri="{91240B29-F687-4F45-9708-019B960494DF}">
              <a14:hiddenLine xmlns:a14="http://schemas.microsoft.com/office/drawing/2010/main" w="9525" cap="flat" cmpd="sng">
                <a:solidFill>
                  <a:schemeClr val="tx1"/>
                </a:solidFill>
                <a:prstDash val="solid"/>
                <a:miter lim="800000"/>
                <a:headEnd/>
                <a:tailEnd/>
              </a14:hiddenLine>
            </a:ext>
          </a:extLst>
        </p:spPr>
        <p:txBody>
          <a:bodyPr lIns="97332" tIns="48667" rIns="97332" bIns="48667" anchor="t">
            <a:spAutoFit/>
          </a:bodyPr>
          <a:lstStyle/>
          <a:p>
            <a:pPr defTabSz="966788" eaLnBrk="1" hangingPunct="1">
              <a:lnSpc>
                <a:spcPct val="90000"/>
              </a:lnSpc>
              <a:defRPr/>
            </a:pPr>
            <a:r>
              <a:rPr lang="zh-CN" altLang="en-US" sz="3200" b="1" dirty="0">
                <a:solidFill>
                  <a:prstClr val="black">
                    <a:lumMod val="85000"/>
                    <a:lumOff val="15000"/>
                  </a:prstClr>
                </a:solidFill>
                <a:latin typeface="华文新魏" pitchFamily="2" charset="-122"/>
                <a:ea typeface="华文新魏" pitchFamily="2" charset="-122"/>
              </a:rPr>
              <a:t>实验</a:t>
            </a:r>
            <a:r>
              <a:rPr lang="en-US" altLang="zh-CN" sz="3200" b="1" dirty="0">
                <a:solidFill>
                  <a:prstClr val="black">
                    <a:lumMod val="85000"/>
                    <a:lumOff val="15000"/>
                  </a:prstClr>
                </a:solidFill>
                <a:latin typeface="华文新魏" pitchFamily="2" charset="-122"/>
                <a:ea typeface="华文新魏" pitchFamily="2" charset="-122"/>
              </a:rPr>
              <a:t>4</a:t>
            </a:r>
            <a:r>
              <a:rPr lang="zh-CN" altLang="en-US" sz="3200" b="1" dirty="0">
                <a:solidFill>
                  <a:prstClr val="black">
                    <a:lumMod val="85000"/>
                    <a:lumOff val="15000"/>
                  </a:prstClr>
                </a:solidFill>
                <a:latin typeface="华文新魏" pitchFamily="2" charset="-122"/>
                <a:ea typeface="华文新魏" pitchFamily="2" charset="-122"/>
              </a:rPr>
              <a:t>  请求分页内存管理的模拟</a:t>
            </a:r>
            <a:endParaRPr lang="zh-CN" altLang="en-US" sz="4800" b="1" dirty="0">
              <a:solidFill>
                <a:schemeClr val="tx1">
                  <a:lumMod val="85000"/>
                  <a:lumOff val="15000"/>
                </a:schemeClr>
              </a:solidFill>
              <a:latin typeface="Times New Roman" pitchFamily="18" charset="0"/>
              <a:ea typeface="华文新魏" pitchFamily="2" charset="-122"/>
            </a:endParaRPr>
          </a:p>
        </p:txBody>
      </p:sp>
      <p:sp>
        <p:nvSpPr>
          <p:cNvPr id="552963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611188" y="1844675"/>
            <a:ext cx="8137525" cy="4824413"/>
          </a:xfrm>
          <a:extLst>
            <a:ext uri="{91240B29-F687-4F45-9708-019B960494DF}">
              <a14:hiddenLine xmlns:a14="http://schemas.microsoft.com/office/drawing/2010/main" w="9525" cap="flat" cmpd="sng">
                <a:solidFill>
                  <a:schemeClr val="tx1"/>
                </a:solidFill>
                <a:prstDash val="solid"/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marL="457200" indent="-457200" algn="just" eaLnBrk="1" hangingPunct="1">
              <a:lnSpc>
                <a:spcPts val="3900"/>
              </a:lnSpc>
              <a:spcBef>
                <a:spcPts val="0"/>
              </a:spcBef>
              <a:buClr>
                <a:prstClr val="black"/>
              </a:buClr>
              <a:buSzPct val="100000"/>
              <a:buFont typeface="+mj-lt"/>
              <a:buAutoNum type="arabicPeriod" startAt="5"/>
              <a:defRPr/>
            </a:pPr>
            <a:r>
              <a:rPr lang="zh-CN" altLang="en-US" sz="2200" b="1" dirty="0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  <a:t>页面调度的实现：</a:t>
            </a:r>
            <a:endParaRPr lang="en-US" altLang="zh-CN" sz="2200" b="1" dirty="0">
              <a:solidFill>
                <a:prstClr val="black"/>
              </a:solidFill>
              <a:latin typeface="Times New Roman" pitchFamily="18" charset="0"/>
              <a:cs typeface="Times New Roman" pitchFamily="18" charset="0"/>
            </a:endParaRPr>
          </a:p>
          <a:p>
            <a:pPr marL="177800" indent="0" algn="just" eaLnBrk="1" hangingPunct="1">
              <a:lnSpc>
                <a:spcPts val="3900"/>
              </a:lnSpc>
              <a:spcBef>
                <a:spcPts val="0"/>
              </a:spcBef>
              <a:buClr>
                <a:schemeClr val="tx1"/>
              </a:buClr>
              <a:buSzPct val="100000"/>
              <a:buFont typeface="Georgia" pitchFamily="18" charset="0"/>
              <a:buNone/>
              <a:defRPr/>
            </a:pPr>
            <a:r>
              <a:rPr lang="zh-CN" altLang="en-US" sz="2000" b="1" dirty="0">
                <a:latin typeface="Times New Roman" pitchFamily="18" charset="0"/>
                <a:cs typeface="Times New Roman" pitchFamily="18" charset="0"/>
              </a:rPr>
              <a:t>实现函数</a:t>
            </a:r>
            <a:r>
              <a:rPr lang="en-US" altLang="zh-CN" sz="2000" b="1" dirty="0" err="1">
                <a:latin typeface="Times New Roman" pitchFamily="18" charset="0"/>
                <a:cs typeface="Times New Roman" pitchFamily="18" charset="0"/>
              </a:rPr>
              <a:t>LackPage</a:t>
            </a:r>
            <a:r>
              <a:rPr lang="zh-CN" altLang="en-US" sz="2000" b="1" dirty="0">
                <a:latin typeface="Times New Roman" pitchFamily="18" charset="0"/>
                <a:cs typeface="Times New Roman" pitchFamily="18" charset="0"/>
              </a:rPr>
              <a:t>和</a:t>
            </a:r>
            <a:r>
              <a:rPr lang="en-US" altLang="zh-CN" sz="2000" b="1" dirty="0" err="1">
                <a:latin typeface="Times New Roman" pitchFamily="18" charset="0"/>
                <a:cs typeface="Times New Roman" pitchFamily="18" charset="0"/>
              </a:rPr>
              <a:t>NonLackPage</a:t>
            </a:r>
            <a:r>
              <a:rPr lang="zh-CN" altLang="en-US" sz="2000" b="1" dirty="0">
                <a:latin typeface="Times New Roman" pitchFamily="18" charset="0"/>
                <a:cs typeface="Times New Roman" pitchFamily="18" charset="0"/>
              </a:rPr>
              <a:t>，以实现最久未使用（</a:t>
            </a:r>
            <a:r>
              <a:rPr lang="en-US" altLang="zh-CN" sz="2000" b="1" dirty="0">
                <a:latin typeface="Times New Roman" pitchFamily="18" charset="0"/>
                <a:cs typeface="Times New Roman" pitchFamily="18" charset="0"/>
              </a:rPr>
              <a:t>LRU</a:t>
            </a:r>
            <a:r>
              <a:rPr lang="zh-CN" altLang="en-US" sz="2000" b="1" dirty="0">
                <a:latin typeface="Times New Roman" pitchFamily="18" charset="0"/>
                <a:cs typeface="Times New Roman" pitchFamily="18" charset="0"/>
              </a:rPr>
              <a:t>）算法</a:t>
            </a:r>
            <a:endParaRPr lang="en-US" altLang="zh-CN" sz="2000" b="1" dirty="0">
              <a:latin typeface="Times New Roman" pitchFamily="18" charset="0"/>
              <a:cs typeface="Times New Roman" pitchFamily="18" charset="0"/>
            </a:endParaRPr>
          </a:p>
          <a:p>
            <a:pPr marL="4483100" indent="-3771900" algn="just" eaLnBrk="1" hangingPunct="1">
              <a:lnSpc>
                <a:spcPts val="3900"/>
              </a:lnSpc>
              <a:spcBef>
                <a:spcPts val="0"/>
              </a:spcBef>
              <a:buClr>
                <a:schemeClr val="tx1"/>
              </a:buClr>
              <a:buSzPct val="100000"/>
              <a:buFont typeface="Georgia" pitchFamily="18" charset="0"/>
              <a:buNone/>
              <a:defRPr/>
            </a:pPr>
            <a:r>
              <a:rPr lang="en-US" altLang="zh-CN" sz="2000" b="1" dirty="0">
                <a:latin typeface="Times New Roman" pitchFamily="18" charset="0"/>
                <a:cs typeface="Times New Roman" pitchFamily="18" charset="0"/>
              </a:rPr>
              <a:t>void </a:t>
            </a:r>
            <a:r>
              <a:rPr lang="en-US" altLang="zh-CN" sz="2000" b="1" dirty="0" err="1">
                <a:latin typeface="Times New Roman" pitchFamily="18" charset="0"/>
                <a:cs typeface="Times New Roman" pitchFamily="18" charset="0"/>
              </a:rPr>
              <a:t>LackPage</a:t>
            </a:r>
            <a:r>
              <a:rPr lang="en-US" altLang="zh-CN" sz="2000" b="1" dirty="0">
                <a:latin typeface="Times New Roman" pitchFamily="18" charset="0"/>
                <a:cs typeface="Times New Roman" pitchFamily="18" charset="0"/>
              </a:rPr>
              <a:t>(Page* page);	</a:t>
            </a:r>
            <a:r>
              <a:rPr lang="zh-CN" altLang="en-US" sz="2000" b="1" dirty="0">
                <a:latin typeface="Times New Roman" pitchFamily="18" charset="0"/>
                <a:cs typeface="Times New Roman" pitchFamily="18" charset="0"/>
              </a:rPr>
              <a:t>模拟缺页中断处理</a:t>
            </a:r>
            <a:endParaRPr lang="en-US" altLang="zh-CN" sz="2000" b="1" dirty="0">
              <a:latin typeface="Times New Roman" pitchFamily="18" charset="0"/>
              <a:cs typeface="Times New Roman" pitchFamily="18" charset="0"/>
            </a:endParaRPr>
          </a:p>
          <a:p>
            <a:pPr marL="4483100" indent="-3771900" algn="just" eaLnBrk="1" hangingPunct="1">
              <a:lnSpc>
                <a:spcPts val="3900"/>
              </a:lnSpc>
              <a:spcBef>
                <a:spcPts val="0"/>
              </a:spcBef>
              <a:buClr>
                <a:schemeClr val="tx1"/>
              </a:buClr>
              <a:buSzPct val="100000"/>
              <a:buFont typeface="Georgia" pitchFamily="18" charset="0"/>
              <a:buNone/>
              <a:defRPr/>
            </a:pPr>
            <a:r>
              <a:rPr lang="en-US" altLang="zh-CN" sz="2000" b="1" dirty="0">
                <a:latin typeface="Times New Roman" pitchFamily="18" charset="0"/>
                <a:cs typeface="Times New Roman" pitchFamily="18" charset="0"/>
              </a:rPr>
              <a:t>void </a:t>
            </a:r>
            <a:r>
              <a:rPr lang="en-US" altLang="zh-CN" sz="2000" b="1" dirty="0" err="1">
                <a:latin typeface="Times New Roman" pitchFamily="18" charset="0"/>
                <a:cs typeface="Times New Roman" pitchFamily="18" charset="0"/>
              </a:rPr>
              <a:t>NonLackPage</a:t>
            </a:r>
            <a:r>
              <a:rPr lang="en-US" altLang="zh-CN" sz="2000" b="1" dirty="0">
                <a:latin typeface="Times New Roman" pitchFamily="18" charset="0"/>
                <a:cs typeface="Times New Roman" pitchFamily="18" charset="0"/>
              </a:rPr>
              <a:t>(Page* page);   </a:t>
            </a:r>
            <a:r>
              <a:rPr lang="zh-CN" altLang="en-US" sz="2000" b="1" dirty="0">
                <a:latin typeface="Times New Roman" pitchFamily="18" charset="0"/>
                <a:cs typeface="Times New Roman" pitchFamily="18" charset="0"/>
              </a:rPr>
              <a:t>模拟未发生缺页中断时</a:t>
            </a:r>
            <a:r>
              <a:rPr lang="en-US" altLang="zh-CN" sz="2000" b="1" dirty="0">
                <a:latin typeface="Times New Roman" pitchFamily="18" charset="0"/>
                <a:cs typeface="Times New Roman" pitchFamily="18" charset="0"/>
              </a:rPr>
              <a:t>MMU</a:t>
            </a:r>
            <a:r>
              <a:rPr lang="zh-CN" altLang="en-US" sz="2000" b="1" dirty="0">
                <a:latin typeface="Times New Roman" pitchFamily="18" charset="0"/>
                <a:cs typeface="Times New Roman" pitchFamily="18" charset="0"/>
              </a:rPr>
              <a:t>的特殊硬件支持</a:t>
            </a:r>
            <a:endParaRPr lang="en-US" altLang="zh-CN" sz="2000" b="1" dirty="0">
              <a:latin typeface="Times New Roman" pitchFamily="18" charset="0"/>
              <a:cs typeface="Times New Roman" pitchFamily="18" charset="0"/>
            </a:endParaRPr>
          </a:p>
          <a:p>
            <a:pPr marL="177800" indent="0" algn="just" eaLnBrk="1" hangingPunct="1">
              <a:lnSpc>
                <a:spcPts val="3900"/>
              </a:lnSpc>
              <a:spcBef>
                <a:spcPts val="0"/>
              </a:spcBef>
              <a:buClr>
                <a:schemeClr val="tx1"/>
              </a:buClr>
              <a:buSzPct val="100000"/>
              <a:buFont typeface="Georgia" pitchFamily="18" charset="0"/>
              <a:buNone/>
              <a:defRPr/>
            </a:pPr>
            <a:r>
              <a:rPr lang="zh-CN" altLang="en-US" sz="2000" b="1" dirty="0">
                <a:latin typeface="Times New Roman" pitchFamily="18" charset="0"/>
                <a:cs typeface="Times New Roman" pitchFamily="18" charset="0"/>
              </a:rPr>
              <a:t>由于其中涉及频繁的页队列操作，可预先封装两个函数以供使用：</a:t>
            </a:r>
            <a:endParaRPr lang="en-US" altLang="zh-CN" sz="2000" b="1" dirty="0">
              <a:latin typeface="Times New Roman" pitchFamily="18" charset="0"/>
              <a:cs typeface="Times New Roman" pitchFamily="18" charset="0"/>
            </a:endParaRPr>
          </a:p>
          <a:p>
            <a:pPr marL="4927600" indent="-4660900" algn="just" eaLnBrk="1" hangingPunct="1">
              <a:lnSpc>
                <a:spcPts val="3900"/>
              </a:lnSpc>
              <a:spcBef>
                <a:spcPts val="0"/>
              </a:spcBef>
              <a:buClr>
                <a:schemeClr val="tx1"/>
              </a:buClr>
              <a:buSzPct val="100000"/>
              <a:buFont typeface="Georgia" pitchFamily="18" charset="0"/>
              <a:buNone/>
              <a:defRPr/>
            </a:pPr>
            <a:r>
              <a:rPr lang="en-US" altLang="zh-CN" sz="2000" b="1" dirty="0">
                <a:latin typeface="Times New Roman" pitchFamily="18" charset="0"/>
                <a:cs typeface="Times New Roman" pitchFamily="18" charset="0"/>
              </a:rPr>
              <a:t>void </a:t>
            </a:r>
            <a:r>
              <a:rPr lang="en-US" altLang="zh-CN" sz="2000" b="1" dirty="0" err="1">
                <a:latin typeface="Times New Roman" pitchFamily="18" charset="0"/>
                <a:cs typeface="Times New Roman" pitchFamily="18" charset="0"/>
              </a:rPr>
              <a:t>InsertNode</a:t>
            </a:r>
            <a:r>
              <a:rPr lang="en-US" altLang="zh-CN" sz="2000" b="1" dirty="0">
                <a:latin typeface="Times New Roman" pitchFamily="18" charset="0"/>
                <a:cs typeface="Times New Roman" pitchFamily="18" charset="0"/>
              </a:rPr>
              <a:t>(</a:t>
            </a:r>
            <a:r>
              <a:rPr lang="en-US" altLang="zh-CN" sz="2000" b="1" dirty="0" err="1">
                <a:latin typeface="Times New Roman" pitchFamily="18" charset="0"/>
                <a:cs typeface="Times New Roman" pitchFamily="18" charset="0"/>
              </a:rPr>
              <a:t>PQNode</a:t>
            </a:r>
            <a:r>
              <a:rPr lang="en-US" altLang="zh-CN" sz="2000" b="1" dirty="0">
                <a:latin typeface="Times New Roman" pitchFamily="18" charset="0"/>
                <a:cs typeface="Times New Roman" pitchFamily="18" charset="0"/>
              </a:rPr>
              <a:t>* </a:t>
            </a:r>
            <a:r>
              <a:rPr lang="en-US" altLang="zh-CN" sz="2000" b="1" dirty="0" err="1">
                <a:latin typeface="Times New Roman" pitchFamily="18" charset="0"/>
                <a:cs typeface="Times New Roman" pitchFamily="18" charset="0"/>
              </a:rPr>
              <a:t>pqNode</a:t>
            </a:r>
            <a:r>
              <a:rPr lang="en-US" altLang="zh-CN" sz="2000" b="1" dirty="0">
                <a:latin typeface="Times New Roman" pitchFamily="18" charset="0"/>
                <a:cs typeface="Times New Roman" pitchFamily="18" charset="0"/>
              </a:rPr>
              <a:t>);	</a:t>
            </a:r>
            <a:r>
              <a:rPr lang="zh-CN" altLang="en-US" sz="2000" b="1" dirty="0">
                <a:latin typeface="Times New Roman" pitchFamily="18" charset="0"/>
                <a:cs typeface="Times New Roman" pitchFamily="18" charset="0"/>
              </a:rPr>
              <a:t>将一个页队列结点插入队列头部</a:t>
            </a:r>
            <a:endParaRPr lang="en-US" altLang="zh-CN" sz="2000" b="1" dirty="0">
              <a:latin typeface="Times New Roman" pitchFamily="18" charset="0"/>
              <a:cs typeface="Times New Roman" pitchFamily="18" charset="0"/>
            </a:endParaRPr>
          </a:p>
          <a:p>
            <a:pPr marL="4927600" indent="-4660900" algn="just" eaLnBrk="1" hangingPunct="1">
              <a:lnSpc>
                <a:spcPts val="3900"/>
              </a:lnSpc>
              <a:spcBef>
                <a:spcPts val="0"/>
              </a:spcBef>
              <a:buClr>
                <a:schemeClr val="tx1"/>
              </a:buClr>
              <a:buSzPct val="100000"/>
              <a:buFont typeface="Georgia" pitchFamily="18" charset="0"/>
              <a:buNone/>
              <a:defRPr/>
            </a:pPr>
            <a:r>
              <a:rPr lang="en-US" altLang="zh-CN" sz="2000" b="1" dirty="0">
                <a:latin typeface="Times New Roman" pitchFamily="18" charset="0"/>
                <a:cs typeface="Times New Roman" pitchFamily="18" charset="0"/>
              </a:rPr>
              <a:t>void </a:t>
            </a:r>
            <a:r>
              <a:rPr lang="en-US" altLang="zh-CN" sz="2000" b="1" dirty="0" err="1">
                <a:latin typeface="Times New Roman" pitchFamily="18" charset="0"/>
                <a:cs typeface="Times New Roman" pitchFamily="18" charset="0"/>
              </a:rPr>
              <a:t>RemoveNode</a:t>
            </a:r>
            <a:r>
              <a:rPr lang="en-US" altLang="zh-CN" sz="2000" b="1" dirty="0">
                <a:latin typeface="Times New Roman" pitchFamily="18" charset="0"/>
                <a:cs typeface="Times New Roman" pitchFamily="18" charset="0"/>
              </a:rPr>
              <a:t>(</a:t>
            </a:r>
            <a:r>
              <a:rPr lang="en-US" altLang="zh-CN" sz="2000" b="1" dirty="0" err="1">
                <a:latin typeface="Times New Roman" pitchFamily="18" charset="0"/>
                <a:cs typeface="Times New Roman" pitchFamily="18" charset="0"/>
              </a:rPr>
              <a:t>PQNode</a:t>
            </a:r>
            <a:r>
              <a:rPr lang="en-US" altLang="zh-CN" sz="2000" b="1" dirty="0">
                <a:latin typeface="Times New Roman" pitchFamily="18" charset="0"/>
                <a:cs typeface="Times New Roman" pitchFamily="18" charset="0"/>
              </a:rPr>
              <a:t>* </a:t>
            </a:r>
            <a:r>
              <a:rPr lang="en-US" altLang="zh-CN" sz="2000" b="1" dirty="0" err="1">
                <a:latin typeface="Times New Roman" pitchFamily="18" charset="0"/>
                <a:cs typeface="Times New Roman" pitchFamily="18" charset="0"/>
              </a:rPr>
              <a:t>pqNode</a:t>
            </a:r>
            <a:r>
              <a:rPr lang="en-US" altLang="zh-CN" sz="2000" b="1" dirty="0">
                <a:latin typeface="Times New Roman" pitchFamily="18" charset="0"/>
                <a:cs typeface="Times New Roman" pitchFamily="18" charset="0"/>
              </a:rPr>
              <a:t>);      </a:t>
            </a:r>
            <a:r>
              <a:rPr lang="zh-CN" altLang="en-US" sz="2000" b="1" dirty="0">
                <a:latin typeface="Times New Roman" pitchFamily="18" charset="0"/>
                <a:cs typeface="Times New Roman" pitchFamily="18" charset="0"/>
              </a:rPr>
              <a:t>将一个页队列结点移除</a:t>
            </a:r>
            <a:endParaRPr lang="en-US" altLang="zh-CN" sz="2000" b="1" dirty="0">
              <a:latin typeface="Times New Roman" pitchFamily="18" charset="0"/>
              <a:cs typeface="Times New Roman" pitchFamily="18" charset="0"/>
            </a:endParaRPr>
          </a:p>
          <a:p>
            <a:pPr marL="177800" indent="0" algn="just" eaLnBrk="1" hangingPunct="1">
              <a:lnSpc>
                <a:spcPts val="3900"/>
              </a:lnSpc>
              <a:spcBef>
                <a:spcPts val="0"/>
              </a:spcBef>
              <a:buClr>
                <a:schemeClr val="tx1"/>
              </a:buClr>
              <a:buSzPct val="100000"/>
              <a:buFont typeface="Georgia" pitchFamily="18" charset="0"/>
              <a:buNone/>
              <a:defRPr/>
            </a:pPr>
            <a:endParaRPr lang="en-US" altLang="zh-CN" sz="2000" b="1" dirty="0">
              <a:latin typeface="Times New Roman" pitchFamily="18" charset="0"/>
              <a:cs typeface="Times New Roman" pitchFamily="18" charset="0"/>
            </a:endParaRPr>
          </a:p>
          <a:p>
            <a:pPr marL="177800" indent="0" algn="just" eaLnBrk="1" hangingPunct="1">
              <a:lnSpc>
                <a:spcPts val="3900"/>
              </a:lnSpc>
              <a:spcBef>
                <a:spcPts val="0"/>
              </a:spcBef>
              <a:buClr>
                <a:schemeClr val="tx1"/>
              </a:buClr>
              <a:buSzPct val="100000"/>
              <a:buFont typeface="Georgia" pitchFamily="18" charset="0"/>
              <a:buNone/>
              <a:defRPr/>
            </a:pPr>
            <a:endParaRPr lang="en-US" altLang="zh-CN" sz="2000" b="1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3317" name="Line 4"/>
          <p:cNvSpPr>
            <a:spLocks noChangeShapeType="1"/>
          </p:cNvSpPr>
          <p:nvPr/>
        </p:nvSpPr>
        <p:spPr bwMode="auto">
          <a:xfrm>
            <a:off x="0" y="1503363"/>
            <a:ext cx="9144000" cy="0"/>
          </a:xfrm>
          <a:prstGeom prst="line">
            <a:avLst/>
          </a:prstGeom>
          <a:noFill/>
          <a:ln w="38100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13318" name="Line 5"/>
          <p:cNvSpPr>
            <a:spLocks noChangeShapeType="1"/>
          </p:cNvSpPr>
          <p:nvPr/>
        </p:nvSpPr>
        <p:spPr bwMode="auto">
          <a:xfrm>
            <a:off x="533400" y="0"/>
            <a:ext cx="0" cy="6858000"/>
          </a:xfrm>
          <a:prstGeom prst="line">
            <a:avLst/>
          </a:prstGeom>
          <a:noFill/>
          <a:ln w="38100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68219699"/>
      </p:ext>
    </p:extLst>
  </p:cSld>
  <p:clrMapOvr>
    <a:masterClrMapping/>
  </p:clrMapOvr>
  <p:transition>
    <p:random/>
    <p:sndAc>
      <p:stSnd>
        <p:snd r:embed="rId2" name="projctor.wav"/>
      </p:stSnd>
    </p:sndAc>
  </p:transition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灯片编号占位符 6"/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ts val="300"/>
              </a:spcBef>
              <a:buClr>
                <a:srgbClr val="A04DA3"/>
              </a:buClr>
              <a:buFont typeface="Georgia" pitchFamily="18" charset="0"/>
              <a:buChar char="•"/>
              <a:defRPr sz="2800">
                <a:solidFill>
                  <a:schemeClr val="tx1"/>
                </a:solidFill>
                <a:latin typeface="Georgia" pitchFamily="18" charset="0"/>
              </a:defRPr>
            </a:lvl1pPr>
            <a:lvl2pPr marL="742950" indent="-285750">
              <a:spcBef>
                <a:spcPts val="300"/>
              </a:spcBef>
              <a:buClr>
                <a:schemeClr val="accent2"/>
              </a:buClr>
              <a:buFont typeface="Georgia" pitchFamily="18" charset="0"/>
              <a:buChar char="▫"/>
              <a:defRPr sz="2600">
                <a:solidFill>
                  <a:schemeClr val="accent2"/>
                </a:solidFill>
                <a:latin typeface="Georgia" pitchFamily="18" charset="0"/>
              </a:defRPr>
            </a:lvl2pPr>
            <a:lvl3pPr marL="1143000" indent="-228600">
              <a:spcBef>
                <a:spcPts val="300"/>
              </a:spcBef>
              <a:buClr>
                <a:schemeClr val="accent1"/>
              </a:buClr>
              <a:buFont typeface="Wingdings 2" pitchFamily="18" charset="2"/>
              <a:buChar char=""/>
              <a:defRPr sz="2400">
                <a:solidFill>
                  <a:schemeClr val="accent1"/>
                </a:solidFill>
                <a:latin typeface="Georgia" pitchFamily="18" charset="0"/>
              </a:defRPr>
            </a:lvl3pPr>
            <a:lvl4pPr marL="1600200" indent="-228600">
              <a:spcBef>
                <a:spcPts val="300"/>
              </a:spcBef>
              <a:buClr>
                <a:schemeClr val="accent1"/>
              </a:buClr>
              <a:buFont typeface="Wingdings 2" pitchFamily="18" charset="2"/>
              <a:buChar char=""/>
              <a:defRPr sz="2200">
                <a:solidFill>
                  <a:schemeClr val="accent1"/>
                </a:solidFill>
                <a:latin typeface="Georgia" pitchFamily="18" charset="0"/>
              </a:defRPr>
            </a:lvl4pPr>
            <a:lvl5pPr marL="2057400" indent="-228600">
              <a:spcBef>
                <a:spcPts val="300"/>
              </a:spcBef>
              <a:buClr>
                <a:srgbClr val="A04DA3"/>
              </a:buClr>
              <a:buFont typeface="Georgia" pitchFamily="18" charset="0"/>
              <a:buChar char="▫"/>
              <a:defRPr sz="2000">
                <a:solidFill>
                  <a:srgbClr val="A04DA3"/>
                </a:solidFill>
                <a:latin typeface="Georgia" pitchFamily="18" charset="0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rgbClr val="A04DA3"/>
              </a:buClr>
              <a:buFont typeface="Georgia" pitchFamily="18" charset="0"/>
              <a:buChar char="▫"/>
              <a:defRPr sz="2000">
                <a:solidFill>
                  <a:srgbClr val="A04DA3"/>
                </a:solidFill>
                <a:latin typeface="Georgia" pitchFamily="18" charset="0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rgbClr val="A04DA3"/>
              </a:buClr>
              <a:buFont typeface="Georgia" pitchFamily="18" charset="0"/>
              <a:buChar char="▫"/>
              <a:defRPr sz="2000">
                <a:solidFill>
                  <a:srgbClr val="A04DA3"/>
                </a:solidFill>
                <a:latin typeface="Georgia" pitchFamily="18" charset="0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rgbClr val="A04DA3"/>
              </a:buClr>
              <a:buFont typeface="Georgia" pitchFamily="18" charset="0"/>
              <a:buChar char="▫"/>
              <a:defRPr sz="2000">
                <a:solidFill>
                  <a:srgbClr val="A04DA3"/>
                </a:solidFill>
                <a:latin typeface="Georgia" pitchFamily="18" charset="0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rgbClr val="A04DA3"/>
              </a:buClr>
              <a:buFont typeface="Georgia" pitchFamily="18" charset="0"/>
              <a:buChar char="▫"/>
              <a:defRPr sz="2000">
                <a:solidFill>
                  <a:srgbClr val="A04DA3"/>
                </a:solidFill>
                <a:latin typeface="Georgia" pitchFamily="18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ADFD2B66-0CB6-4B37-AC40-9CA724911FD2}" type="slidenum">
              <a:rPr lang="zh-CN" altLang="en-US" sz="1800">
                <a:solidFill>
                  <a:srgbClr val="FFFFFF"/>
                </a:solidFill>
                <a:latin typeface="Times New Roman" pitchFamily="18" charset="0"/>
              </a:rPr>
              <a:pPr>
                <a:spcBef>
                  <a:spcPct val="0"/>
                </a:spcBef>
                <a:buClrTx/>
                <a:buFontTx/>
                <a:buNone/>
              </a:pPr>
              <a:t>23</a:t>
            </a:fld>
            <a:endParaRPr lang="en-US" altLang="zh-CN" sz="1800">
              <a:solidFill>
                <a:srgbClr val="FFFFFF"/>
              </a:solidFill>
              <a:latin typeface="Times New Roman" pitchFamily="18" charset="0"/>
            </a:endParaRPr>
          </a:p>
        </p:txBody>
      </p:sp>
      <p:sp>
        <p:nvSpPr>
          <p:cNvPr id="14339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755650" y="1628775"/>
            <a:ext cx="7993063" cy="4465638"/>
          </a:xfrm>
          <a:extLst>
            <a:ext uri="{91240B29-F687-4F45-9708-019B960494DF}">
              <a14:hiddenLine xmlns:a14="http://schemas.microsoft.com/office/drawing/2010/main" w="9525" cap="flat" cmpd="sng">
                <a:solidFill>
                  <a:schemeClr val="tx1"/>
                </a:solidFill>
                <a:prstDash val="solid"/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marL="457200" indent="-457200" algn="just" eaLnBrk="1" hangingPunct="1">
              <a:lnSpc>
                <a:spcPct val="200000"/>
              </a:lnSpc>
              <a:spcBef>
                <a:spcPct val="30000"/>
              </a:spcBef>
              <a:buClr>
                <a:schemeClr val="tx2"/>
              </a:buClr>
              <a:buSzPct val="75000"/>
              <a:buFont typeface="Wingdings" pitchFamily="2" charset="2"/>
              <a:buNone/>
            </a:pPr>
            <a:r>
              <a:rPr lang="zh-CN" altLang="en-US" sz="2000" b="1">
                <a:latin typeface="宋体" charset="-122"/>
              </a:rPr>
              <a:t>四、</a:t>
            </a:r>
            <a:r>
              <a:rPr lang="zh-CN" altLang="en-US" sz="2200" b="1">
                <a:latin typeface="宋体" charset="-122"/>
              </a:rPr>
              <a:t>思考与实践</a:t>
            </a:r>
            <a:endParaRPr lang="zh-CN" altLang="en-US" sz="2200" b="1">
              <a:latin typeface="宋体" charset="-122"/>
              <a:cs typeface="Courier New" pitchFamily="49" charset="0"/>
            </a:endParaRPr>
          </a:p>
          <a:p>
            <a:pPr marL="457200" indent="-457200" algn="just" eaLnBrk="1" hangingPunct="1">
              <a:lnSpc>
                <a:spcPct val="200000"/>
              </a:lnSpc>
              <a:spcBef>
                <a:spcPct val="30000"/>
              </a:spcBef>
              <a:buClr>
                <a:schemeClr val="tx1"/>
              </a:buClr>
              <a:buFont typeface="Wingdings" pitchFamily="2" charset="2"/>
              <a:buAutoNum type="arabicPeriod"/>
            </a:pPr>
            <a:r>
              <a:rPr lang="zh-CN" altLang="en-US" sz="2000" b="1">
                <a:latin typeface="宋体" charset="-122"/>
              </a:rPr>
              <a:t>修改</a:t>
            </a:r>
            <a:r>
              <a:rPr lang="en-US" altLang="zh-CN" sz="2000" b="1">
                <a:latin typeface="Times New Roman" pitchFamily="18" charset="0"/>
              </a:rPr>
              <a:t>LackPage</a:t>
            </a:r>
            <a:r>
              <a:rPr lang="zh-CN" altLang="en-US" sz="2000" b="1">
                <a:latin typeface="Times New Roman" pitchFamily="18" charset="0"/>
              </a:rPr>
              <a:t>和</a:t>
            </a:r>
            <a:r>
              <a:rPr lang="en-US" altLang="zh-CN" sz="2000" b="1">
                <a:latin typeface="Times New Roman" pitchFamily="18" charset="0"/>
              </a:rPr>
              <a:t>NonLackPage</a:t>
            </a:r>
            <a:r>
              <a:rPr lang="zh-CN" altLang="en-US" sz="2000" b="1">
                <a:latin typeface="Times New Roman" pitchFamily="18" charset="0"/>
              </a:rPr>
              <a:t>，以实现</a:t>
            </a:r>
            <a:r>
              <a:rPr lang="en-US" altLang="zh-CN" sz="2000" b="1">
                <a:latin typeface="Times New Roman" pitchFamily="18" charset="0"/>
              </a:rPr>
              <a:t>FIFO</a:t>
            </a:r>
            <a:r>
              <a:rPr lang="zh-CN" altLang="en-US" sz="2000" b="1">
                <a:latin typeface="Times New Roman" pitchFamily="18" charset="0"/>
              </a:rPr>
              <a:t>算法和钟面算法。</a:t>
            </a:r>
            <a:endParaRPr lang="en-US" altLang="zh-CN" sz="2000" b="1">
              <a:latin typeface="Times New Roman" pitchFamily="18" charset="0"/>
            </a:endParaRPr>
          </a:p>
          <a:p>
            <a:pPr marL="457200" indent="-457200" algn="just" eaLnBrk="1" hangingPunct="1">
              <a:lnSpc>
                <a:spcPct val="200000"/>
              </a:lnSpc>
              <a:spcBef>
                <a:spcPct val="30000"/>
              </a:spcBef>
              <a:buClr>
                <a:schemeClr val="tx1"/>
              </a:buClr>
              <a:buFont typeface="Wingdings" pitchFamily="2" charset="2"/>
              <a:buAutoNum type="arabicPeriod"/>
            </a:pPr>
            <a:r>
              <a:rPr lang="zh-CN" altLang="en-US" sz="2000" b="1">
                <a:latin typeface="Times New Roman" pitchFamily="18" charset="0"/>
              </a:rPr>
              <a:t>观察各种算法的实现（</a:t>
            </a:r>
            <a:r>
              <a:rPr lang="en-US" altLang="zh-CN" sz="2000" b="1">
                <a:latin typeface="Times New Roman" pitchFamily="18" charset="0"/>
              </a:rPr>
              <a:t>LackPage</a:t>
            </a:r>
            <a:r>
              <a:rPr lang="zh-CN" altLang="en-US" sz="2000" b="1">
                <a:latin typeface="Times New Roman" pitchFamily="18" charset="0"/>
              </a:rPr>
              <a:t>和</a:t>
            </a:r>
            <a:r>
              <a:rPr lang="en-US" altLang="zh-CN" sz="2000" b="1">
                <a:latin typeface="Times New Roman" pitchFamily="18" charset="0"/>
              </a:rPr>
              <a:t>NonLackPage</a:t>
            </a:r>
            <a:r>
              <a:rPr lang="zh-CN" altLang="en-US" sz="2000" b="1">
                <a:latin typeface="Times New Roman" pitchFamily="18" charset="0"/>
              </a:rPr>
              <a:t>），理解硬件算法与软件算法的区别。</a:t>
            </a:r>
            <a:endParaRPr lang="en-US" altLang="zh-CN" sz="2000" b="1">
              <a:latin typeface="Times New Roman" pitchFamily="18" charset="0"/>
            </a:endParaRPr>
          </a:p>
        </p:txBody>
      </p:sp>
      <p:sp>
        <p:nvSpPr>
          <p:cNvPr id="14340" name="Line 4"/>
          <p:cNvSpPr>
            <a:spLocks noChangeShapeType="1"/>
          </p:cNvSpPr>
          <p:nvPr/>
        </p:nvSpPr>
        <p:spPr bwMode="auto">
          <a:xfrm>
            <a:off x="0" y="1143000"/>
            <a:ext cx="9144000" cy="0"/>
          </a:xfrm>
          <a:prstGeom prst="line">
            <a:avLst/>
          </a:prstGeom>
          <a:noFill/>
          <a:ln w="38100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14341" name="Line 5"/>
          <p:cNvSpPr>
            <a:spLocks noChangeShapeType="1"/>
          </p:cNvSpPr>
          <p:nvPr/>
        </p:nvSpPr>
        <p:spPr bwMode="auto">
          <a:xfrm>
            <a:off x="533400" y="0"/>
            <a:ext cx="0" cy="6858000"/>
          </a:xfrm>
          <a:prstGeom prst="line">
            <a:avLst/>
          </a:prstGeom>
          <a:noFill/>
          <a:ln w="38100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8" name="Rectangle 2"/>
          <p:cNvSpPr>
            <a:spLocks noGrp="1" noChangeArrowheads="1"/>
          </p:cNvSpPr>
          <p:nvPr>
            <p:ph type="title"/>
          </p:nvPr>
        </p:nvSpPr>
        <p:spPr>
          <a:xfrm>
            <a:off x="685800" y="511175"/>
            <a:ext cx="8207375" cy="541338"/>
          </a:xfrm>
          <a:extLst>
            <a:ext uri="{91240B29-F687-4F45-9708-019B960494DF}">
              <a14:hiddenLine xmlns:a14="http://schemas.microsoft.com/office/drawing/2010/main" w="9525" cap="flat" cmpd="sng">
                <a:solidFill>
                  <a:schemeClr val="tx1"/>
                </a:solidFill>
                <a:prstDash val="solid"/>
                <a:miter lim="800000"/>
                <a:headEnd/>
                <a:tailEnd/>
              </a14:hiddenLine>
            </a:ext>
          </a:extLst>
        </p:spPr>
        <p:txBody>
          <a:bodyPr lIns="97332" tIns="48667" rIns="97332" bIns="48667" anchor="t">
            <a:spAutoFit/>
          </a:bodyPr>
          <a:lstStyle/>
          <a:p>
            <a:pPr defTabSz="966788" eaLnBrk="1" hangingPunct="1">
              <a:lnSpc>
                <a:spcPct val="90000"/>
              </a:lnSpc>
              <a:defRPr/>
            </a:pPr>
            <a:r>
              <a:rPr lang="zh-CN" altLang="en-US" sz="3200" b="1" dirty="0">
                <a:solidFill>
                  <a:prstClr val="black">
                    <a:lumMod val="85000"/>
                    <a:lumOff val="15000"/>
                  </a:prstClr>
                </a:solidFill>
                <a:latin typeface="华文新魏" pitchFamily="2" charset="-122"/>
                <a:ea typeface="华文新魏" pitchFamily="2" charset="-122"/>
              </a:rPr>
              <a:t>实验</a:t>
            </a:r>
            <a:r>
              <a:rPr lang="en-US" altLang="zh-CN" sz="3200" b="1" dirty="0">
                <a:solidFill>
                  <a:prstClr val="black">
                    <a:lumMod val="85000"/>
                    <a:lumOff val="15000"/>
                  </a:prstClr>
                </a:solidFill>
                <a:latin typeface="华文新魏" pitchFamily="2" charset="-122"/>
                <a:ea typeface="华文新魏" pitchFamily="2" charset="-122"/>
              </a:rPr>
              <a:t>4</a:t>
            </a:r>
            <a:r>
              <a:rPr lang="zh-CN" altLang="en-US" sz="3200" b="1" dirty="0">
                <a:solidFill>
                  <a:prstClr val="black">
                    <a:lumMod val="85000"/>
                    <a:lumOff val="15000"/>
                  </a:prstClr>
                </a:solidFill>
                <a:latin typeface="华文新魏" pitchFamily="2" charset="-122"/>
                <a:ea typeface="华文新魏" pitchFamily="2" charset="-122"/>
              </a:rPr>
              <a:t>  请求分页内存管理的模拟</a:t>
            </a:r>
            <a:endParaRPr lang="zh-CN" altLang="en-US" sz="3200" b="1" dirty="0">
              <a:solidFill>
                <a:schemeClr val="tx1">
                  <a:lumMod val="85000"/>
                  <a:lumOff val="15000"/>
                </a:schemeClr>
              </a:solidFill>
              <a:latin typeface="Times New Roman" pitchFamily="18" charset="0"/>
              <a:ea typeface="华文新魏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453588622"/>
      </p:ext>
    </p:extLst>
  </p:cSld>
  <p:clrMapOvr>
    <a:masterClrMapping/>
  </p:clrMapOvr>
  <p:transition>
    <p:random/>
    <p:sndAc>
      <p:stSnd>
        <p:snd r:embed="rId2" name="projctor.wav"/>
      </p:stSnd>
    </p:sndAc>
  </p:transition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都市">
  <a:themeElements>
    <a:clrScheme name="都市">
      <a:dk1>
        <a:sysClr val="windowText" lastClr="000000"/>
      </a:dk1>
      <a:lt1>
        <a:sysClr val="window" lastClr="FFFFFF"/>
      </a:lt1>
      <a:dk2>
        <a:srgbClr val="424456"/>
      </a:dk2>
      <a:lt2>
        <a:srgbClr val="DEDEDE"/>
      </a:lt2>
      <a:accent1>
        <a:srgbClr val="53548A"/>
      </a:accent1>
      <a:accent2>
        <a:srgbClr val="438086"/>
      </a:accent2>
      <a:accent3>
        <a:srgbClr val="A04DA3"/>
      </a:accent3>
      <a:accent4>
        <a:srgbClr val="C4652D"/>
      </a:accent4>
      <a:accent5>
        <a:srgbClr val="8B5D3D"/>
      </a:accent5>
      <a:accent6>
        <a:srgbClr val="5C92B5"/>
      </a:accent6>
      <a:hlink>
        <a:srgbClr val="67AFBD"/>
      </a:hlink>
      <a:folHlink>
        <a:srgbClr val="C2A874"/>
      </a:folHlink>
    </a:clrScheme>
    <a:fontScheme name="都市">
      <a:majorFont>
        <a:latin typeface="Trebuchet MS"/>
        <a:ea typeface=""/>
        <a:cs typeface=""/>
        <a:font script="Jpan" typeface="HGｺﾞｼｯｸM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Georgia"/>
        <a:ea typeface=""/>
        <a:cs typeface=""/>
        <a:font script="Jpan" typeface="HG明朝B"/>
        <a:font script="Hang" typeface="맑은 고딕"/>
        <a:font script="Hans" typeface="宋体"/>
        <a:font script="Hant" typeface="新細明體"/>
        <a:font script="Arab" typeface="Arial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都市">
      <a:fillStyleLst>
        <a:solidFill>
          <a:schemeClr val="phClr"/>
        </a:solidFill>
        <a:gradFill rotWithShape="1">
          <a:gsLst>
            <a:gs pos="0">
              <a:schemeClr val="phClr">
                <a:tint val="1000"/>
                <a:satMod val="255000"/>
              </a:schemeClr>
            </a:gs>
            <a:gs pos="55000">
              <a:schemeClr val="phClr">
                <a:tint val="12000"/>
                <a:satMod val="255000"/>
              </a:schemeClr>
            </a:gs>
            <a:gs pos="100000">
              <a:schemeClr val="phClr">
                <a:tint val="45000"/>
                <a:satMod val="250000"/>
              </a:schemeClr>
            </a:gs>
          </a:gsLst>
          <a:path path="circle">
            <a:fillToRect l="-40000" t="-90000" r="140000" b="190000"/>
          </a:path>
        </a:gradFill>
        <a:gradFill rotWithShape="1">
          <a:gsLst>
            <a:gs pos="0">
              <a:schemeClr val="phClr">
                <a:tint val="43000"/>
                <a:satMod val="165000"/>
              </a:schemeClr>
            </a:gs>
            <a:gs pos="55000">
              <a:schemeClr val="phClr">
                <a:tint val="83000"/>
                <a:satMod val="155000"/>
              </a:schemeClr>
            </a:gs>
            <a:gs pos="100000">
              <a:schemeClr val="phClr">
                <a:shade val="85000"/>
              </a:schemeClr>
            </a:gs>
          </a:gsLst>
          <a:path path="circle">
            <a:fillToRect l="-40000" t="-90000" r="140000" b="190000"/>
          </a:path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3175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1500" dist="25400" dir="5400000" rotWithShape="0">
              <a:srgbClr val="000000">
                <a:alpha val="40000"/>
              </a:srgbClr>
            </a:outerShdw>
          </a:effectLst>
        </a:effectStyle>
        <a:effectStyle>
          <a:effectLst>
            <a:outerShdw blurRad="508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50800" dist="25400" dir="5400000" rotWithShape="0">
              <a:srgbClr val="000000">
                <a:alpha val="45000"/>
              </a:srgbClr>
            </a:outerShdw>
          </a:effectLst>
          <a:scene3d>
            <a:camera prst="orthographicFront" fov="0">
              <a:rot lat="0" lon="0" rev="0"/>
            </a:camera>
            <a:lightRig rig="flat" dir="t">
              <a:rot lat="0" lon="0" rev="20040000"/>
            </a:lightRig>
          </a:scene3d>
          <a:sp3d contourW="12700" prstMaterial="dkEdge">
            <a:bevelT w="25400" h="38100" prst="convex"/>
            <a:contourClr>
              <a:schemeClr val="phClr">
                <a:satMod val="115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100000">
              <a:schemeClr val="phClr">
                <a:tint val="80000"/>
                <a:satMod val="250000"/>
              </a:schemeClr>
            </a:gs>
            <a:gs pos="60000">
              <a:schemeClr val="phClr">
                <a:shade val="38000"/>
                <a:satMod val="175000"/>
              </a:schemeClr>
            </a:gs>
            <a:gs pos="0">
              <a:schemeClr val="phClr">
                <a:shade val="30000"/>
                <a:satMod val="175000"/>
              </a:schemeClr>
            </a:gs>
          </a:gsLst>
          <a:lin ang="5400000" scaled="0"/>
        </a:gradFill>
        <a:blipFill>
          <a:blip xmlns:r="http://schemas.openxmlformats.org/officeDocument/2006/relationships" r:embed="rId1">
            <a:duotone>
              <a:schemeClr val="phClr">
                <a:shade val="48000"/>
              </a:schemeClr>
              <a:schemeClr val="phClr">
                <a:tint val="96000"/>
                <a:satMod val="150000"/>
              </a:schemeClr>
            </a:duotone>
          </a:blip>
          <a:tile tx="0" ty="0" sx="80000" sy="80000" flip="none" algn="tl"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主题​​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主题​​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Urban</Template>
  <TotalTime>6714</TotalTime>
  <Words>1837</Words>
  <Application>Microsoft Office PowerPoint</Application>
  <PresentationFormat>全屏显示(4:3)</PresentationFormat>
  <Paragraphs>210</Paragraphs>
  <Slides>23</Slides>
  <Notes>2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23</vt:i4>
      </vt:variant>
    </vt:vector>
  </HeadingPairs>
  <TitlesOfParts>
    <vt:vector size="31" baseType="lpstr">
      <vt:lpstr>华文新魏</vt:lpstr>
      <vt:lpstr>宋体</vt:lpstr>
      <vt:lpstr>Georgia</vt:lpstr>
      <vt:lpstr>Times New Roman</vt:lpstr>
      <vt:lpstr>Trebuchet MS</vt:lpstr>
      <vt:lpstr>Wingdings</vt:lpstr>
      <vt:lpstr>Wingdings 2</vt:lpstr>
      <vt:lpstr>都市</vt:lpstr>
      <vt:lpstr>实验报告要求及上交时间</vt:lpstr>
      <vt:lpstr>实验1 Linux的基本操作</vt:lpstr>
      <vt:lpstr>实验1 Linux的基本操作</vt:lpstr>
      <vt:lpstr>实验1 Linux的基本操作</vt:lpstr>
      <vt:lpstr>实验1 Linux的基本操作</vt:lpstr>
      <vt:lpstr>实验2 Linux的基本操作（续）</vt:lpstr>
      <vt:lpstr>实验2 Linux的基本操作（续）</vt:lpstr>
      <vt:lpstr>实验2 Linux的基本操作（续）</vt:lpstr>
      <vt:lpstr>实验2 Linux的基本操作（续）</vt:lpstr>
      <vt:lpstr>实验3 复杂PC问题——信号量与共享存储区</vt:lpstr>
      <vt:lpstr>实验3 复杂PC问题——信号量与共享存储区</vt:lpstr>
      <vt:lpstr>实验3 复杂PC问题——信号量与共享存储区</vt:lpstr>
      <vt:lpstr>实验3 复杂PC问题——信号量与共享存储区</vt:lpstr>
      <vt:lpstr>实验3 复杂PC问题——信号量与共享存储区</vt:lpstr>
      <vt:lpstr>实验3 复杂PC问题——信号量与共享存储区</vt:lpstr>
      <vt:lpstr>实验4  请求分页内存管理的模拟</vt:lpstr>
      <vt:lpstr>实验4  请求分页内存管理的模拟</vt:lpstr>
      <vt:lpstr>实验4  请求分页内存管理的模拟</vt:lpstr>
      <vt:lpstr>实验4  请求分页内存管理的模拟</vt:lpstr>
      <vt:lpstr>实验4  请求分页内存管理的模拟</vt:lpstr>
      <vt:lpstr>实验4  请求分页内存管理的模拟</vt:lpstr>
      <vt:lpstr>实验4  请求分页内存管理的模拟</vt:lpstr>
      <vt:lpstr>实验4  请求分页内存管理的模拟</vt:lpstr>
    </vt:vector>
  </TitlesOfParts>
  <Company>Shanghai University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计算机科学技术导论实践教程</dc:title>
  <dc:creator>splin</dc:creator>
  <cp:lastModifiedBy>Yaru Su</cp:lastModifiedBy>
  <cp:revision>477</cp:revision>
  <cp:lastPrinted>1601-01-01T00:00:00Z</cp:lastPrinted>
  <dcterms:created xsi:type="dcterms:W3CDTF">2000-06-24T08:44:06Z</dcterms:created>
  <dcterms:modified xsi:type="dcterms:W3CDTF">2026-09-11T09:07:35Z</dcterms:modified>
</cp:coreProperties>
</file>